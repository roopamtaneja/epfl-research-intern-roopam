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4"/>
  </p:notesMasterIdLst>
  <p:handoutMasterIdLst>
    <p:handoutMasterId r:id="rId15"/>
  </p:handoutMasterIdLst>
  <p:sldIdLst>
    <p:sldId id="325" r:id="rId5"/>
    <p:sldId id="332" r:id="rId6"/>
    <p:sldId id="407" r:id="rId7"/>
    <p:sldId id="380" r:id="rId8"/>
    <p:sldId id="404" r:id="rId9"/>
    <p:sldId id="405" r:id="rId10"/>
    <p:sldId id="403" r:id="rId11"/>
    <p:sldId id="347" r:id="rId12"/>
    <p:sldId id="40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816" userDrawn="1">
          <p15:clr>
            <a:srgbClr val="A4A3A4"/>
          </p15:clr>
        </p15:guide>
        <p15:guide id="2" orient="horz" pos="38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8500"/>
    <a:srgbClr val="F6A938"/>
    <a:srgbClr val="E2EF3F"/>
    <a:srgbClr val="FFED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4C8EF5-DF58-4EF5-B2C3-C2F479870C20}" v="104" dt="2025-10-03T04:34:14.329"/>
  </p1510:revLst>
</p1510:revInfo>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37" autoAdjust="0"/>
    <p:restoredTop sz="94660"/>
  </p:normalViewPr>
  <p:slideViewPr>
    <p:cSldViewPr snapToGrid="0">
      <p:cViewPr varScale="1">
        <p:scale>
          <a:sx n="78" d="100"/>
          <a:sy n="78" d="100"/>
        </p:scale>
        <p:origin x="782" y="62"/>
      </p:cViewPr>
      <p:guideLst>
        <p:guide pos="816"/>
        <p:guide orient="horz" pos="384"/>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OPAM TANEJA" userId="03518225-6792-4fc0-8649-7214fae9fe42" providerId="ADAL" clId="{709DECF7-412A-49A6-95E6-BE010C8E3839}"/>
    <pc:docChg chg="undo custSel addSld delSld modSld sldOrd">
      <pc:chgData name="ROOPAM TANEJA" userId="03518225-6792-4fc0-8649-7214fae9fe42" providerId="ADAL" clId="{709DECF7-412A-49A6-95E6-BE010C8E3839}" dt="2025-07-11T05:30:10.946" v="5743" actId="20577"/>
      <pc:docMkLst>
        <pc:docMk/>
      </pc:docMkLst>
      <pc:sldChg chg="addSp delSp modSp add del mod setBg modClrScheme chgLayout modNotesTx">
        <pc:chgData name="ROOPAM TANEJA" userId="03518225-6792-4fc0-8649-7214fae9fe42" providerId="ADAL" clId="{709DECF7-412A-49A6-95E6-BE010C8E3839}" dt="2025-07-11T05:30:10.946" v="5743" actId="20577"/>
        <pc:sldMkLst>
          <pc:docMk/>
          <pc:sldMk cId="855215445" sldId="325"/>
        </pc:sldMkLst>
      </pc:sldChg>
      <pc:sldChg chg="delSp modSp add del mod">
        <pc:chgData name="ROOPAM TANEJA" userId="03518225-6792-4fc0-8649-7214fae9fe42" providerId="ADAL" clId="{709DECF7-412A-49A6-95E6-BE010C8E3839}" dt="2025-07-10T10:50:42.056" v="486"/>
        <pc:sldMkLst>
          <pc:docMk/>
          <pc:sldMk cId="488317466" sldId="328"/>
        </pc:sldMkLst>
      </pc:sldChg>
      <pc:sldChg chg="add del">
        <pc:chgData name="ROOPAM TANEJA" userId="03518225-6792-4fc0-8649-7214fae9fe42" providerId="ADAL" clId="{709DECF7-412A-49A6-95E6-BE010C8E3839}" dt="2025-07-10T17:05:22.398" v="2734" actId="47"/>
        <pc:sldMkLst>
          <pc:docMk/>
          <pc:sldMk cId="3976870776" sldId="329"/>
        </pc:sldMkLst>
      </pc:sldChg>
      <pc:sldChg chg="addSp delSp modSp add del mod">
        <pc:chgData name="ROOPAM TANEJA" userId="03518225-6792-4fc0-8649-7214fae9fe42" providerId="ADAL" clId="{709DECF7-412A-49A6-95E6-BE010C8E3839}" dt="2025-07-10T17:18:53.704" v="2797" actId="20577"/>
        <pc:sldMkLst>
          <pc:docMk/>
          <pc:sldMk cId="2120067918" sldId="332"/>
        </pc:sldMkLst>
      </pc:sldChg>
      <pc:sldChg chg="add del">
        <pc:chgData name="ROOPAM TANEJA" userId="03518225-6792-4fc0-8649-7214fae9fe42" providerId="ADAL" clId="{709DECF7-412A-49A6-95E6-BE010C8E3839}" dt="2025-07-10T17:05:46.843" v="2747" actId="47"/>
        <pc:sldMkLst>
          <pc:docMk/>
          <pc:sldMk cId="4112574104" sldId="333"/>
        </pc:sldMkLst>
      </pc:sldChg>
      <pc:sldChg chg="add del">
        <pc:chgData name="ROOPAM TANEJA" userId="03518225-6792-4fc0-8649-7214fae9fe42" providerId="ADAL" clId="{709DECF7-412A-49A6-95E6-BE010C8E3839}" dt="2025-07-10T17:05:47.847" v="2748" actId="47"/>
        <pc:sldMkLst>
          <pc:docMk/>
          <pc:sldMk cId="1073403638" sldId="335"/>
        </pc:sldMkLst>
      </pc:sldChg>
      <pc:sldChg chg="add del">
        <pc:chgData name="ROOPAM TANEJA" userId="03518225-6792-4fc0-8649-7214fae9fe42" providerId="ADAL" clId="{709DECF7-412A-49A6-95E6-BE010C8E3839}" dt="2025-07-10T17:06:19.257" v="2754" actId="47"/>
        <pc:sldMkLst>
          <pc:docMk/>
          <pc:sldMk cId="3797724897" sldId="336"/>
        </pc:sldMkLst>
      </pc:sldChg>
      <pc:sldChg chg="add del">
        <pc:chgData name="ROOPAM TANEJA" userId="03518225-6792-4fc0-8649-7214fae9fe42" providerId="ADAL" clId="{709DECF7-412A-49A6-95E6-BE010C8E3839}" dt="2025-07-10T17:05:48.956" v="2749" actId="47"/>
        <pc:sldMkLst>
          <pc:docMk/>
          <pc:sldMk cId="1166292050" sldId="337"/>
        </pc:sldMkLst>
      </pc:sldChg>
      <pc:sldChg chg="add del">
        <pc:chgData name="ROOPAM TANEJA" userId="03518225-6792-4fc0-8649-7214fae9fe42" providerId="ADAL" clId="{709DECF7-412A-49A6-95E6-BE010C8E3839}" dt="2025-07-10T17:05:52.321" v="2750" actId="47"/>
        <pc:sldMkLst>
          <pc:docMk/>
          <pc:sldMk cId="4159541210" sldId="338"/>
        </pc:sldMkLst>
      </pc:sldChg>
      <pc:sldChg chg="add del">
        <pc:chgData name="ROOPAM TANEJA" userId="03518225-6792-4fc0-8649-7214fae9fe42" providerId="ADAL" clId="{709DECF7-412A-49A6-95E6-BE010C8E3839}" dt="2025-07-10T17:06:18.600" v="2753" actId="47"/>
        <pc:sldMkLst>
          <pc:docMk/>
          <pc:sldMk cId="1030083767" sldId="340"/>
        </pc:sldMkLst>
      </pc:sldChg>
      <pc:sldChg chg="addSp delSp modSp add del mod">
        <pc:chgData name="ROOPAM TANEJA" userId="03518225-6792-4fc0-8649-7214fae9fe42" providerId="ADAL" clId="{709DECF7-412A-49A6-95E6-BE010C8E3839}" dt="2025-07-10T10:51:02.678" v="490" actId="1076"/>
        <pc:sldMkLst>
          <pc:docMk/>
          <pc:sldMk cId="4017294856" sldId="347"/>
        </pc:sldMkLst>
      </pc:sldChg>
      <pc:sldChg chg="add del">
        <pc:chgData name="ROOPAM TANEJA" userId="03518225-6792-4fc0-8649-7214fae9fe42" providerId="ADAL" clId="{709DECF7-412A-49A6-95E6-BE010C8E3839}" dt="2025-07-10T10:51:05.707" v="491" actId="47"/>
        <pc:sldMkLst>
          <pc:docMk/>
          <pc:sldMk cId="2004408793" sldId="348"/>
        </pc:sldMkLst>
      </pc:sldChg>
      <pc:sldChg chg="add del">
        <pc:chgData name="ROOPAM TANEJA" userId="03518225-6792-4fc0-8649-7214fae9fe42" providerId="ADAL" clId="{709DECF7-412A-49A6-95E6-BE010C8E3839}" dt="2025-07-10T10:51:07.063" v="492" actId="47"/>
        <pc:sldMkLst>
          <pc:docMk/>
          <pc:sldMk cId="1145601221" sldId="349"/>
        </pc:sldMkLst>
      </pc:sldChg>
      <pc:sldChg chg="add del">
        <pc:chgData name="ROOPAM TANEJA" userId="03518225-6792-4fc0-8649-7214fae9fe42" providerId="ADAL" clId="{709DECF7-412A-49A6-95E6-BE010C8E3839}" dt="2025-07-10T17:46:15.278" v="3172" actId="47"/>
        <pc:sldMkLst>
          <pc:docMk/>
          <pc:sldMk cId="3950097102" sldId="350"/>
        </pc:sldMkLst>
      </pc:sldChg>
      <pc:sldChg chg="add del">
        <pc:chgData name="ROOPAM TANEJA" userId="03518225-6792-4fc0-8649-7214fae9fe42" providerId="ADAL" clId="{709DECF7-412A-49A6-95E6-BE010C8E3839}" dt="2025-07-10T17:06:17.946" v="2752" actId="47"/>
        <pc:sldMkLst>
          <pc:docMk/>
          <pc:sldMk cId="637652181" sldId="352"/>
        </pc:sldMkLst>
      </pc:sldChg>
      <pc:sldChg chg="add del">
        <pc:chgData name="ROOPAM TANEJA" userId="03518225-6792-4fc0-8649-7214fae9fe42" providerId="ADAL" clId="{709DECF7-412A-49A6-95E6-BE010C8E3839}" dt="2025-07-10T17:06:19.854" v="2755" actId="47"/>
        <pc:sldMkLst>
          <pc:docMk/>
          <pc:sldMk cId="2933969065" sldId="353"/>
        </pc:sldMkLst>
      </pc:sldChg>
      <pc:sldChg chg="add del">
        <pc:chgData name="ROOPAM TANEJA" userId="03518225-6792-4fc0-8649-7214fae9fe42" providerId="ADAL" clId="{709DECF7-412A-49A6-95E6-BE010C8E3839}" dt="2025-07-10T17:06:21.623" v="2757" actId="47"/>
        <pc:sldMkLst>
          <pc:docMk/>
          <pc:sldMk cId="3806404704" sldId="355"/>
        </pc:sldMkLst>
      </pc:sldChg>
      <pc:sldChg chg="add del">
        <pc:chgData name="ROOPAM TANEJA" userId="03518225-6792-4fc0-8649-7214fae9fe42" providerId="ADAL" clId="{709DECF7-412A-49A6-95E6-BE010C8E3839}" dt="2025-07-10T17:46:34.759" v="3180" actId="47"/>
        <pc:sldMkLst>
          <pc:docMk/>
          <pc:sldMk cId="2673265933" sldId="356"/>
        </pc:sldMkLst>
      </pc:sldChg>
      <pc:sldChg chg="add del">
        <pc:chgData name="ROOPAM TANEJA" userId="03518225-6792-4fc0-8649-7214fae9fe42" providerId="ADAL" clId="{709DECF7-412A-49A6-95E6-BE010C8E3839}" dt="2025-07-10T17:06:20.660" v="2756" actId="47"/>
        <pc:sldMkLst>
          <pc:docMk/>
          <pc:sldMk cId="1966394066" sldId="357"/>
        </pc:sldMkLst>
      </pc:sldChg>
      <pc:sldChg chg="add del">
        <pc:chgData name="ROOPAM TANEJA" userId="03518225-6792-4fc0-8649-7214fae9fe42" providerId="ADAL" clId="{709DECF7-412A-49A6-95E6-BE010C8E3839}" dt="2025-07-10T17:46:29.298" v="3177" actId="47"/>
        <pc:sldMkLst>
          <pc:docMk/>
          <pc:sldMk cId="1871591746" sldId="358"/>
        </pc:sldMkLst>
      </pc:sldChg>
      <pc:sldChg chg="add del">
        <pc:chgData name="ROOPAM TANEJA" userId="03518225-6792-4fc0-8649-7214fae9fe42" providerId="ADAL" clId="{709DECF7-412A-49A6-95E6-BE010C8E3839}" dt="2025-07-10T17:46:32.464" v="3179" actId="47"/>
        <pc:sldMkLst>
          <pc:docMk/>
          <pc:sldMk cId="3180633504" sldId="359"/>
        </pc:sldMkLst>
      </pc:sldChg>
      <pc:sldChg chg="add del">
        <pc:chgData name="ROOPAM TANEJA" userId="03518225-6792-4fc0-8649-7214fae9fe42" providerId="ADAL" clId="{709DECF7-412A-49A6-95E6-BE010C8E3839}" dt="2025-07-10T17:46:22.610" v="3175" actId="47"/>
        <pc:sldMkLst>
          <pc:docMk/>
          <pc:sldMk cId="189749830" sldId="360"/>
        </pc:sldMkLst>
      </pc:sldChg>
      <pc:sldChg chg="add del">
        <pc:chgData name="ROOPAM TANEJA" userId="03518225-6792-4fc0-8649-7214fae9fe42" providerId="ADAL" clId="{709DECF7-412A-49A6-95E6-BE010C8E3839}" dt="2025-07-10T17:05:19.522" v="2732" actId="47"/>
        <pc:sldMkLst>
          <pc:docMk/>
          <pc:sldMk cId="1654694464" sldId="361"/>
        </pc:sldMkLst>
      </pc:sldChg>
      <pc:sldChg chg="add del">
        <pc:chgData name="ROOPAM TANEJA" userId="03518225-6792-4fc0-8649-7214fae9fe42" providerId="ADAL" clId="{709DECF7-412A-49A6-95E6-BE010C8E3839}" dt="2025-07-10T17:05:20.629" v="2733" actId="47"/>
        <pc:sldMkLst>
          <pc:docMk/>
          <pc:sldMk cId="3844538186" sldId="362"/>
        </pc:sldMkLst>
      </pc:sldChg>
      <pc:sldChg chg="add del">
        <pc:chgData name="ROOPAM TANEJA" userId="03518225-6792-4fc0-8649-7214fae9fe42" providerId="ADAL" clId="{709DECF7-412A-49A6-95E6-BE010C8E3839}" dt="2025-07-10T17:05:40.176" v="2740" actId="47"/>
        <pc:sldMkLst>
          <pc:docMk/>
          <pc:sldMk cId="536126408" sldId="363"/>
        </pc:sldMkLst>
      </pc:sldChg>
      <pc:sldChg chg="add del">
        <pc:chgData name="ROOPAM TANEJA" userId="03518225-6792-4fc0-8649-7214fae9fe42" providerId="ADAL" clId="{709DECF7-412A-49A6-95E6-BE010C8E3839}" dt="2025-07-10T17:05:41.359" v="2741" actId="47"/>
        <pc:sldMkLst>
          <pc:docMk/>
          <pc:sldMk cId="760467344" sldId="364"/>
        </pc:sldMkLst>
      </pc:sldChg>
      <pc:sldChg chg="add del">
        <pc:chgData name="ROOPAM TANEJA" userId="03518225-6792-4fc0-8649-7214fae9fe42" providerId="ADAL" clId="{709DECF7-412A-49A6-95E6-BE010C8E3839}" dt="2025-07-10T17:05:42.236" v="2742" actId="47"/>
        <pc:sldMkLst>
          <pc:docMk/>
          <pc:sldMk cId="890118011" sldId="365"/>
        </pc:sldMkLst>
      </pc:sldChg>
      <pc:sldChg chg="add del">
        <pc:chgData name="ROOPAM TANEJA" userId="03518225-6792-4fc0-8649-7214fae9fe42" providerId="ADAL" clId="{709DECF7-412A-49A6-95E6-BE010C8E3839}" dt="2025-07-10T17:05:43.516" v="2743" actId="47"/>
        <pc:sldMkLst>
          <pc:docMk/>
          <pc:sldMk cId="2319066531" sldId="366"/>
        </pc:sldMkLst>
      </pc:sldChg>
      <pc:sldChg chg="add del">
        <pc:chgData name="ROOPAM TANEJA" userId="03518225-6792-4fc0-8649-7214fae9fe42" providerId="ADAL" clId="{709DECF7-412A-49A6-95E6-BE010C8E3839}" dt="2025-07-10T17:05:44.337" v="2744" actId="47"/>
        <pc:sldMkLst>
          <pc:docMk/>
          <pc:sldMk cId="4204905210" sldId="367"/>
        </pc:sldMkLst>
      </pc:sldChg>
      <pc:sldChg chg="add del">
        <pc:chgData name="ROOPAM TANEJA" userId="03518225-6792-4fc0-8649-7214fae9fe42" providerId="ADAL" clId="{709DECF7-412A-49A6-95E6-BE010C8E3839}" dt="2025-07-10T17:05:45.466" v="2745" actId="47"/>
        <pc:sldMkLst>
          <pc:docMk/>
          <pc:sldMk cId="37488198" sldId="368"/>
        </pc:sldMkLst>
      </pc:sldChg>
      <pc:sldChg chg="add del">
        <pc:chgData name="ROOPAM TANEJA" userId="03518225-6792-4fc0-8649-7214fae9fe42" providerId="ADAL" clId="{709DECF7-412A-49A6-95E6-BE010C8E3839}" dt="2025-07-10T17:05:46.092" v="2746" actId="47"/>
        <pc:sldMkLst>
          <pc:docMk/>
          <pc:sldMk cId="2630642649" sldId="369"/>
        </pc:sldMkLst>
      </pc:sldChg>
      <pc:sldChg chg="add del">
        <pc:chgData name="ROOPAM TANEJA" userId="03518225-6792-4fc0-8649-7214fae9fe42" providerId="ADAL" clId="{709DECF7-412A-49A6-95E6-BE010C8E3839}" dt="2025-07-10T17:05:23.229" v="2735" actId="47"/>
        <pc:sldMkLst>
          <pc:docMk/>
          <pc:sldMk cId="3049925937" sldId="370"/>
        </pc:sldMkLst>
      </pc:sldChg>
      <pc:sldChg chg="add del">
        <pc:chgData name="ROOPAM TANEJA" userId="03518225-6792-4fc0-8649-7214fae9fe42" providerId="ADAL" clId="{709DECF7-412A-49A6-95E6-BE010C8E3839}" dt="2025-07-10T17:46:17.540" v="3173" actId="47"/>
        <pc:sldMkLst>
          <pc:docMk/>
          <pc:sldMk cId="3017983079" sldId="371"/>
        </pc:sldMkLst>
      </pc:sldChg>
      <pc:sldChg chg="add del">
        <pc:chgData name="ROOPAM TANEJA" userId="03518225-6792-4fc0-8649-7214fae9fe42" providerId="ADAL" clId="{709DECF7-412A-49A6-95E6-BE010C8E3839}" dt="2025-07-10T17:05:33.038" v="2736" actId="47"/>
        <pc:sldMkLst>
          <pc:docMk/>
          <pc:sldMk cId="1954077835" sldId="372"/>
        </pc:sldMkLst>
      </pc:sldChg>
      <pc:sldChg chg="add del">
        <pc:chgData name="ROOPAM TANEJA" userId="03518225-6792-4fc0-8649-7214fae9fe42" providerId="ADAL" clId="{709DECF7-412A-49A6-95E6-BE010C8E3839}" dt="2025-07-10T17:05:36.994" v="2738" actId="47"/>
        <pc:sldMkLst>
          <pc:docMk/>
          <pc:sldMk cId="372667897" sldId="373"/>
        </pc:sldMkLst>
      </pc:sldChg>
      <pc:sldChg chg="add del">
        <pc:chgData name="ROOPAM TANEJA" userId="03518225-6792-4fc0-8649-7214fae9fe42" providerId="ADAL" clId="{709DECF7-412A-49A6-95E6-BE010C8E3839}" dt="2025-07-10T17:05:39.125" v="2739" actId="47"/>
        <pc:sldMkLst>
          <pc:docMk/>
          <pc:sldMk cId="3457985480" sldId="374"/>
        </pc:sldMkLst>
      </pc:sldChg>
      <pc:sldChg chg="add del">
        <pc:chgData name="ROOPAM TANEJA" userId="03518225-6792-4fc0-8649-7214fae9fe42" providerId="ADAL" clId="{709DECF7-412A-49A6-95E6-BE010C8E3839}" dt="2025-07-10T17:05:35.250" v="2737" actId="47"/>
        <pc:sldMkLst>
          <pc:docMk/>
          <pc:sldMk cId="2162512021" sldId="375"/>
        </pc:sldMkLst>
      </pc:sldChg>
      <pc:sldChg chg="add del setBg">
        <pc:chgData name="ROOPAM TANEJA" userId="03518225-6792-4fc0-8649-7214fae9fe42" providerId="ADAL" clId="{709DECF7-412A-49A6-95E6-BE010C8E3839}" dt="2025-07-10T10:50:29.201" v="481"/>
        <pc:sldMkLst>
          <pc:docMk/>
          <pc:sldMk cId="339553553" sldId="376"/>
        </pc:sldMkLst>
      </pc:sldChg>
      <pc:sldChg chg="add del">
        <pc:chgData name="ROOPAM TANEJA" userId="03518225-6792-4fc0-8649-7214fae9fe42" providerId="ADAL" clId="{709DECF7-412A-49A6-95E6-BE010C8E3839}" dt="2025-07-10T18:25:07.813" v="4037" actId="47"/>
        <pc:sldMkLst>
          <pc:docMk/>
          <pc:sldMk cId="1342363570" sldId="376"/>
        </pc:sldMkLst>
      </pc:sldChg>
      <pc:sldChg chg="add del">
        <pc:chgData name="ROOPAM TANEJA" userId="03518225-6792-4fc0-8649-7214fae9fe42" providerId="ADAL" clId="{709DECF7-412A-49A6-95E6-BE010C8E3839}" dt="2025-07-10T19:47:33.310" v="5372" actId="47"/>
        <pc:sldMkLst>
          <pc:docMk/>
          <pc:sldMk cId="1950808059" sldId="377"/>
        </pc:sldMkLst>
      </pc:sldChg>
      <pc:sldChg chg="add del">
        <pc:chgData name="ROOPAM TANEJA" userId="03518225-6792-4fc0-8649-7214fae9fe42" providerId="ADAL" clId="{709DECF7-412A-49A6-95E6-BE010C8E3839}" dt="2025-07-10T10:50:29.201" v="481"/>
        <pc:sldMkLst>
          <pc:docMk/>
          <pc:sldMk cId="4267401920" sldId="377"/>
        </pc:sldMkLst>
      </pc:sldChg>
      <pc:sldChg chg="addSp delSp modSp add del mod">
        <pc:chgData name="ROOPAM TANEJA" userId="03518225-6792-4fc0-8649-7214fae9fe42" providerId="ADAL" clId="{709DECF7-412A-49A6-95E6-BE010C8E3839}" dt="2025-07-10T18:25:05.768" v="4036" actId="47"/>
        <pc:sldMkLst>
          <pc:docMk/>
          <pc:sldMk cId="912851069" sldId="378"/>
        </pc:sldMkLst>
      </pc:sldChg>
      <pc:sldChg chg="modSp add del mod">
        <pc:chgData name="ROOPAM TANEJA" userId="03518225-6792-4fc0-8649-7214fae9fe42" providerId="ADAL" clId="{709DECF7-412A-49A6-95E6-BE010C8E3839}" dt="2025-07-10T10:53:20.878" v="502" actId="404"/>
        <pc:sldMkLst>
          <pc:docMk/>
          <pc:sldMk cId="603564840" sldId="380"/>
        </pc:sldMkLst>
      </pc:sldChg>
      <pc:sldChg chg="add del">
        <pc:chgData name="ROOPAM TANEJA" userId="03518225-6792-4fc0-8649-7214fae9fe42" providerId="ADAL" clId="{709DECF7-412A-49A6-95E6-BE010C8E3839}" dt="2025-07-10T10:50:42.056" v="486"/>
        <pc:sldMkLst>
          <pc:docMk/>
          <pc:sldMk cId="2999419007" sldId="381"/>
        </pc:sldMkLst>
      </pc:sldChg>
      <pc:sldChg chg="modSp add del mod">
        <pc:chgData name="ROOPAM TANEJA" userId="03518225-6792-4fc0-8649-7214fae9fe42" providerId="ADAL" clId="{709DECF7-412A-49A6-95E6-BE010C8E3839}" dt="2025-07-10T17:49:20.632" v="3225" actId="20577"/>
        <pc:sldMkLst>
          <pc:docMk/>
          <pc:sldMk cId="2367844032" sldId="382"/>
        </pc:sldMkLst>
      </pc:sldChg>
      <pc:sldChg chg="add del">
        <pc:chgData name="ROOPAM TANEJA" userId="03518225-6792-4fc0-8649-7214fae9fe42" providerId="ADAL" clId="{709DECF7-412A-49A6-95E6-BE010C8E3839}" dt="2025-07-10T10:50:29.201" v="481"/>
        <pc:sldMkLst>
          <pc:docMk/>
          <pc:sldMk cId="3549368570" sldId="382"/>
        </pc:sldMkLst>
      </pc:sldChg>
      <pc:sldChg chg="modSp new mod ord">
        <pc:chgData name="ROOPAM TANEJA" userId="03518225-6792-4fc0-8649-7214fae9fe42" providerId="ADAL" clId="{709DECF7-412A-49A6-95E6-BE010C8E3839}" dt="2025-07-10T11:19:38.977" v="1197"/>
        <pc:sldMkLst>
          <pc:docMk/>
          <pc:sldMk cId="2322627381" sldId="383"/>
        </pc:sldMkLst>
      </pc:sldChg>
      <pc:sldChg chg="add del">
        <pc:chgData name="ROOPAM TANEJA" userId="03518225-6792-4fc0-8649-7214fae9fe42" providerId="ADAL" clId="{709DECF7-412A-49A6-95E6-BE010C8E3839}" dt="2025-07-10T10:50:29.201" v="481"/>
        <pc:sldMkLst>
          <pc:docMk/>
          <pc:sldMk cId="2367844032" sldId="383"/>
        </pc:sldMkLst>
      </pc:sldChg>
      <pc:sldChg chg="addSp delSp modSp new mod ord">
        <pc:chgData name="ROOPAM TANEJA" userId="03518225-6792-4fc0-8649-7214fae9fe42" providerId="ADAL" clId="{709DECF7-412A-49A6-95E6-BE010C8E3839}" dt="2025-07-10T19:34:23.807" v="4815" actId="14100"/>
        <pc:sldMkLst>
          <pc:docMk/>
          <pc:sldMk cId="54033183" sldId="384"/>
        </pc:sldMkLst>
      </pc:sldChg>
      <pc:sldChg chg="add del">
        <pc:chgData name="ROOPAM TANEJA" userId="03518225-6792-4fc0-8649-7214fae9fe42" providerId="ADAL" clId="{709DECF7-412A-49A6-95E6-BE010C8E3839}" dt="2025-07-10T10:50:29.201" v="481"/>
        <pc:sldMkLst>
          <pc:docMk/>
          <pc:sldMk cId="1342363570" sldId="384"/>
        </pc:sldMkLst>
      </pc:sldChg>
      <pc:sldChg chg="addSp delSp modSp new del mod ord">
        <pc:chgData name="ROOPAM TANEJA" userId="03518225-6792-4fc0-8649-7214fae9fe42" providerId="ADAL" clId="{709DECF7-412A-49A6-95E6-BE010C8E3839}" dt="2025-07-10T18:25:04.642" v="4035" actId="47"/>
        <pc:sldMkLst>
          <pc:docMk/>
          <pc:sldMk cId="455516879" sldId="385"/>
        </pc:sldMkLst>
      </pc:sldChg>
      <pc:sldChg chg="add del">
        <pc:chgData name="ROOPAM TANEJA" userId="03518225-6792-4fc0-8649-7214fae9fe42" providerId="ADAL" clId="{709DECF7-412A-49A6-95E6-BE010C8E3839}" dt="2025-07-10T10:50:29.201" v="481"/>
        <pc:sldMkLst>
          <pc:docMk/>
          <pc:sldMk cId="1950808059" sldId="385"/>
        </pc:sldMkLst>
      </pc:sldChg>
      <pc:sldChg chg="add del">
        <pc:chgData name="ROOPAM TANEJA" userId="03518225-6792-4fc0-8649-7214fae9fe42" providerId="ADAL" clId="{709DECF7-412A-49A6-95E6-BE010C8E3839}" dt="2025-07-10T10:50:29.201" v="481"/>
        <pc:sldMkLst>
          <pc:docMk/>
          <pc:sldMk cId="1918414104" sldId="386"/>
        </pc:sldMkLst>
      </pc:sldChg>
      <pc:sldChg chg="addSp delSp modSp new mod ord">
        <pc:chgData name="ROOPAM TANEJA" userId="03518225-6792-4fc0-8649-7214fae9fe42" providerId="ADAL" clId="{709DECF7-412A-49A6-95E6-BE010C8E3839}" dt="2025-07-11T03:16:00.170" v="5405" actId="20577"/>
        <pc:sldMkLst>
          <pc:docMk/>
          <pc:sldMk cId="3282543406" sldId="386"/>
        </pc:sldMkLst>
      </pc:sldChg>
      <pc:sldChg chg="add del">
        <pc:chgData name="ROOPAM TANEJA" userId="03518225-6792-4fc0-8649-7214fae9fe42" providerId="ADAL" clId="{709DECF7-412A-49A6-95E6-BE010C8E3839}" dt="2025-07-10T10:50:29.201" v="481"/>
        <pc:sldMkLst>
          <pc:docMk/>
          <pc:sldMk cId="1129551691" sldId="387"/>
        </pc:sldMkLst>
      </pc:sldChg>
      <pc:sldChg chg="addSp delSp modSp new mod">
        <pc:chgData name="ROOPAM TANEJA" userId="03518225-6792-4fc0-8649-7214fae9fe42" providerId="ADAL" clId="{709DECF7-412A-49A6-95E6-BE010C8E3839}" dt="2025-07-11T03:16:48.470" v="5411" actId="20577"/>
        <pc:sldMkLst>
          <pc:docMk/>
          <pc:sldMk cId="1485068353" sldId="387"/>
        </pc:sldMkLst>
      </pc:sldChg>
      <pc:sldChg chg="addSp delSp modSp new mod">
        <pc:chgData name="ROOPAM TANEJA" userId="03518225-6792-4fc0-8649-7214fae9fe42" providerId="ADAL" clId="{709DECF7-412A-49A6-95E6-BE010C8E3839}" dt="2025-07-11T05:23:36.786" v="5742" actId="1076"/>
        <pc:sldMkLst>
          <pc:docMk/>
          <pc:sldMk cId="786115366" sldId="388"/>
        </pc:sldMkLst>
      </pc:sldChg>
      <pc:sldChg chg="add del">
        <pc:chgData name="ROOPAM TANEJA" userId="03518225-6792-4fc0-8649-7214fae9fe42" providerId="ADAL" clId="{709DECF7-412A-49A6-95E6-BE010C8E3839}" dt="2025-07-10T10:50:29.201" v="481"/>
        <pc:sldMkLst>
          <pc:docMk/>
          <pc:sldMk cId="2853755490" sldId="388"/>
        </pc:sldMkLst>
      </pc:sldChg>
      <pc:sldChg chg="addSp delSp modSp new mod">
        <pc:chgData name="ROOPAM TANEJA" userId="03518225-6792-4fc0-8649-7214fae9fe42" providerId="ADAL" clId="{709DECF7-412A-49A6-95E6-BE010C8E3839}" dt="2025-07-10T17:45:54.056" v="3170" actId="20577"/>
        <pc:sldMkLst>
          <pc:docMk/>
          <pc:sldMk cId="2520038127" sldId="389"/>
        </pc:sldMkLst>
      </pc:sldChg>
      <pc:sldChg chg="addSp delSp modSp new del mod">
        <pc:chgData name="ROOPAM TANEJA" userId="03518225-6792-4fc0-8649-7214fae9fe42" providerId="ADAL" clId="{709DECF7-412A-49A6-95E6-BE010C8E3839}" dt="2025-07-10T17:06:17.241" v="2751" actId="47"/>
        <pc:sldMkLst>
          <pc:docMk/>
          <pc:sldMk cId="3313504478" sldId="389"/>
        </pc:sldMkLst>
      </pc:sldChg>
      <pc:sldChg chg="add del">
        <pc:chgData name="ROOPAM TANEJA" userId="03518225-6792-4fc0-8649-7214fae9fe42" providerId="ADAL" clId="{709DECF7-412A-49A6-95E6-BE010C8E3839}" dt="2025-07-10T10:50:29.201" v="481"/>
        <pc:sldMkLst>
          <pc:docMk/>
          <pc:sldMk cId="4173068413" sldId="389"/>
        </pc:sldMkLst>
      </pc:sldChg>
      <pc:sldChg chg="add del">
        <pc:chgData name="ROOPAM TANEJA" userId="03518225-6792-4fc0-8649-7214fae9fe42" providerId="ADAL" clId="{709DECF7-412A-49A6-95E6-BE010C8E3839}" dt="2025-07-10T10:50:29.201" v="481"/>
        <pc:sldMkLst>
          <pc:docMk/>
          <pc:sldMk cId="738581580" sldId="390"/>
        </pc:sldMkLst>
      </pc:sldChg>
      <pc:sldChg chg="new del">
        <pc:chgData name="ROOPAM TANEJA" userId="03518225-6792-4fc0-8649-7214fae9fe42" providerId="ADAL" clId="{709DECF7-412A-49A6-95E6-BE010C8E3839}" dt="2025-07-10T19:28:53.368" v="4768" actId="47"/>
        <pc:sldMkLst>
          <pc:docMk/>
          <pc:sldMk cId="2757468104" sldId="390"/>
        </pc:sldMkLst>
      </pc:sldChg>
      <pc:sldChg chg="addSp delSp modSp new del mod">
        <pc:chgData name="ROOPAM TANEJA" userId="03518225-6792-4fc0-8649-7214fae9fe42" providerId="ADAL" clId="{709DECF7-412A-49A6-95E6-BE010C8E3839}" dt="2025-07-10T17:46:02.542" v="3171" actId="47"/>
        <pc:sldMkLst>
          <pc:docMk/>
          <pc:sldMk cId="1622962337" sldId="391"/>
        </pc:sldMkLst>
      </pc:sldChg>
      <pc:sldChg chg="add del">
        <pc:chgData name="ROOPAM TANEJA" userId="03518225-6792-4fc0-8649-7214fae9fe42" providerId="ADAL" clId="{709DECF7-412A-49A6-95E6-BE010C8E3839}" dt="2025-07-10T10:50:29.201" v="481"/>
        <pc:sldMkLst>
          <pc:docMk/>
          <pc:sldMk cId="2287487494" sldId="391"/>
        </pc:sldMkLst>
      </pc:sldChg>
      <pc:sldChg chg="new del">
        <pc:chgData name="ROOPAM TANEJA" userId="03518225-6792-4fc0-8649-7214fae9fe42" providerId="ADAL" clId="{709DECF7-412A-49A6-95E6-BE010C8E3839}" dt="2025-07-10T19:28:52.087" v="4767" actId="47"/>
        <pc:sldMkLst>
          <pc:docMk/>
          <pc:sldMk cId="4209654878" sldId="391"/>
        </pc:sldMkLst>
      </pc:sldChg>
      <pc:sldChg chg="modSp new mod ord">
        <pc:chgData name="ROOPAM TANEJA" userId="03518225-6792-4fc0-8649-7214fae9fe42" providerId="ADAL" clId="{709DECF7-412A-49A6-95E6-BE010C8E3839}" dt="2025-07-10T19:07:16.074" v="4334"/>
        <pc:sldMkLst>
          <pc:docMk/>
          <pc:sldMk cId="2611102095" sldId="392"/>
        </pc:sldMkLst>
      </pc:sldChg>
      <pc:sldChg chg="add del">
        <pc:chgData name="ROOPAM TANEJA" userId="03518225-6792-4fc0-8649-7214fae9fe42" providerId="ADAL" clId="{709DECF7-412A-49A6-95E6-BE010C8E3839}" dt="2025-07-10T10:50:29.201" v="481"/>
        <pc:sldMkLst>
          <pc:docMk/>
          <pc:sldMk cId="3093153989" sldId="392"/>
        </pc:sldMkLst>
      </pc:sldChg>
      <pc:sldChg chg="new del">
        <pc:chgData name="ROOPAM TANEJA" userId="03518225-6792-4fc0-8649-7214fae9fe42" providerId="ADAL" clId="{709DECF7-412A-49A6-95E6-BE010C8E3839}" dt="2025-07-10T17:46:31.185" v="3178" actId="47"/>
        <pc:sldMkLst>
          <pc:docMk/>
          <pc:sldMk cId="3892894241" sldId="392"/>
        </pc:sldMkLst>
      </pc:sldChg>
      <pc:sldChg chg="add del">
        <pc:chgData name="ROOPAM TANEJA" userId="03518225-6792-4fc0-8649-7214fae9fe42" providerId="ADAL" clId="{709DECF7-412A-49A6-95E6-BE010C8E3839}" dt="2025-07-10T10:50:29.201" v="481"/>
        <pc:sldMkLst>
          <pc:docMk/>
          <pc:sldMk cId="168287962" sldId="393"/>
        </pc:sldMkLst>
      </pc:sldChg>
      <pc:sldChg chg="delSp new del mod ord">
        <pc:chgData name="ROOPAM TANEJA" userId="03518225-6792-4fc0-8649-7214fae9fe42" providerId="ADAL" clId="{709DECF7-412A-49A6-95E6-BE010C8E3839}" dt="2025-07-10T19:04:46.359" v="4081" actId="47"/>
        <pc:sldMkLst>
          <pc:docMk/>
          <pc:sldMk cId="3216971562" sldId="393"/>
        </pc:sldMkLst>
      </pc:sldChg>
      <pc:sldChg chg="add del">
        <pc:chgData name="ROOPAM TANEJA" userId="03518225-6792-4fc0-8649-7214fae9fe42" providerId="ADAL" clId="{709DECF7-412A-49A6-95E6-BE010C8E3839}" dt="2025-07-10T10:50:29.201" v="481"/>
        <pc:sldMkLst>
          <pc:docMk/>
          <pc:sldMk cId="651736963" sldId="394"/>
        </pc:sldMkLst>
      </pc:sldChg>
      <pc:sldChg chg="add">
        <pc:chgData name="ROOPAM TANEJA" userId="03518225-6792-4fc0-8649-7214fae9fe42" providerId="ADAL" clId="{709DECF7-412A-49A6-95E6-BE010C8E3839}" dt="2025-07-10T19:04:44.583" v="4080"/>
        <pc:sldMkLst>
          <pc:docMk/>
          <pc:sldMk cId="3749706198" sldId="394"/>
        </pc:sldMkLst>
      </pc:sldChg>
      <pc:sldChg chg="modSp add mod">
        <pc:chgData name="ROOPAM TANEJA" userId="03518225-6792-4fc0-8649-7214fae9fe42" providerId="ADAL" clId="{709DECF7-412A-49A6-95E6-BE010C8E3839}" dt="2025-07-10T19:49:40.179" v="5404" actId="14100"/>
        <pc:sldMkLst>
          <pc:docMk/>
          <pc:sldMk cId="690363291" sldId="395"/>
        </pc:sldMkLst>
      </pc:sldChg>
      <pc:sldChg chg="add del">
        <pc:chgData name="ROOPAM TANEJA" userId="03518225-6792-4fc0-8649-7214fae9fe42" providerId="ADAL" clId="{709DECF7-412A-49A6-95E6-BE010C8E3839}" dt="2025-07-10T19:05:08.243" v="4116"/>
        <pc:sldMkLst>
          <pc:docMk/>
          <pc:sldMk cId="2193347373" sldId="395"/>
        </pc:sldMkLst>
      </pc:sldChg>
      <pc:sldChg chg="add del">
        <pc:chgData name="ROOPAM TANEJA" userId="03518225-6792-4fc0-8649-7214fae9fe42" providerId="ADAL" clId="{709DECF7-412A-49A6-95E6-BE010C8E3839}" dt="2025-07-10T10:50:29.201" v="481"/>
        <pc:sldMkLst>
          <pc:docMk/>
          <pc:sldMk cId="3532236330" sldId="395"/>
        </pc:sldMkLst>
      </pc:sldChg>
      <pc:sldChg chg="add del">
        <pc:chgData name="ROOPAM TANEJA" userId="03518225-6792-4fc0-8649-7214fae9fe42" providerId="ADAL" clId="{709DECF7-412A-49A6-95E6-BE010C8E3839}" dt="2025-07-10T10:50:29.201" v="481"/>
        <pc:sldMkLst>
          <pc:docMk/>
          <pc:sldMk cId="349841218" sldId="396"/>
        </pc:sldMkLst>
      </pc:sldChg>
      <pc:sldChg chg="addSp delSp modSp new add del mod">
        <pc:chgData name="ROOPAM TANEJA" userId="03518225-6792-4fc0-8649-7214fae9fe42" providerId="ADAL" clId="{709DECF7-412A-49A6-95E6-BE010C8E3839}" dt="2025-07-11T05:22:23.435" v="5741" actId="1076"/>
        <pc:sldMkLst>
          <pc:docMk/>
          <pc:sldMk cId="3062464830" sldId="396"/>
        </pc:sldMkLst>
      </pc:sldChg>
      <pc:sldChg chg="add del">
        <pc:chgData name="ROOPAM TANEJA" userId="03518225-6792-4fc0-8649-7214fae9fe42" providerId="ADAL" clId="{709DECF7-412A-49A6-95E6-BE010C8E3839}" dt="2025-07-10T10:50:29.201" v="481"/>
        <pc:sldMkLst>
          <pc:docMk/>
          <pc:sldMk cId="618426541" sldId="397"/>
        </pc:sldMkLst>
      </pc:sldChg>
      <pc:sldChg chg="add del">
        <pc:chgData name="ROOPAM TANEJA" userId="03518225-6792-4fc0-8649-7214fae9fe42" providerId="ADAL" clId="{709DECF7-412A-49A6-95E6-BE010C8E3839}" dt="2025-07-10T10:50:29.201" v="481"/>
        <pc:sldMkLst>
          <pc:docMk/>
          <pc:sldMk cId="802887886" sldId="398"/>
        </pc:sldMkLst>
      </pc:sldChg>
      <pc:sldChg chg="add del">
        <pc:chgData name="ROOPAM TANEJA" userId="03518225-6792-4fc0-8649-7214fae9fe42" providerId="ADAL" clId="{709DECF7-412A-49A6-95E6-BE010C8E3839}" dt="2025-07-10T10:50:29.201" v="481"/>
        <pc:sldMkLst>
          <pc:docMk/>
          <pc:sldMk cId="2075252624" sldId="399"/>
        </pc:sldMkLst>
      </pc:sldChg>
      <pc:sldChg chg="add del">
        <pc:chgData name="ROOPAM TANEJA" userId="03518225-6792-4fc0-8649-7214fae9fe42" providerId="ADAL" clId="{709DECF7-412A-49A6-95E6-BE010C8E3839}" dt="2025-07-10T10:50:29.201" v="481"/>
        <pc:sldMkLst>
          <pc:docMk/>
          <pc:sldMk cId="3571344721" sldId="400"/>
        </pc:sldMkLst>
      </pc:sldChg>
      <pc:sldChg chg="add del">
        <pc:chgData name="ROOPAM TANEJA" userId="03518225-6792-4fc0-8649-7214fae9fe42" providerId="ADAL" clId="{709DECF7-412A-49A6-95E6-BE010C8E3839}" dt="2025-07-10T10:50:29.201" v="481"/>
        <pc:sldMkLst>
          <pc:docMk/>
          <pc:sldMk cId="2473172428" sldId="401"/>
        </pc:sldMkLst>
      </pc:sldChg>
      <pc:sldChg chg="add del">
        <pc:chgData name="ROOPAM TANEJA" userId="03518225-6792-4fc0-8649-7214fae9fe42" providerId="ADAL" clId="{709DECF7-412A-49A6-95E6-BE010C8E3839}" dt="2025-07-10T10:50:29.201" v="481"/>
        <pc:sldMkLst>
          <pc:docMk/>
          <pc:sldMk cId="3554027021" sldId="402"/>
        </pc:sldMkLst>
      </pc:sldChg>
      <pc:sldChg chg="add del">
        <pc:chgData name="ROOPAM TANEJA" userId="03518225-6792-4fc0-8649-7214fae9fe42" providerId="ADAL" clId="{709DECF7-412A-49A6-95E6-BE010C8E3839}" dt="2025-07-10T10:50:29.201" v="481"/>
        <pc:sldMkLst>
          <pc:docMk/>
          <pc:sldMk cId="1949408343" sldId="403"/>
        </pc:sldMkLst>
      </pc:sldChg>
      <pc:sldChg chg="add del">
        <pc:chgData name="ROOPAM TANEJA" userId="03518225-6792-4fc0-8649-7214fae9fe42" providerId="ADAL" clId="{709DECF7-412A-49A6-95E6-BE010C8E3839}" dt="2025-07-10T10:50:29.201" v="481"/>
        <pc:sldMkLst>
          <pc:docMk/>
          <pc:sldMk cId="2943794450" sldId="404"/>
        </pc:sldMkLst>
      </pc:sldChg>
      <pc:sldChg chg="add del">
        <pc:chgData name="ROOPAM TANEJA" userId="03518225-6792-4fc0-8649-7214fae9fe42" providerId="ADAL" clId="{709DECF7-412A-49A6-95E6-BE010C8E3839}" dt="2025-07-10T10:50:29.201" v="481"/>
        <pc:sldMkLst>
          <pc:docMk/>
          <pc:sldMk cId="352815152" sldId="405"/>
        </pc:sldMkLst>
      </pc:sldChg>
      <pc:sldChg chg="add del">
        <pc:chgData name="ROOPAM TANEJA" userId="03518225-6792-4fc0-8649-7214fae9fe42" providerId="ADAL" clId="{709DECF7-412A-49A6-95E6-BE010C8E3839}" dt="2025-07-10T10:50:29.201" v="481"/>
        <pc:sldMkLst>
          <pc:docMk/>
          <pc:sldMk cId="934540980" sldId="406"/>
        </pc:sldMkLst>
      </pc:sldChg>
      <pc:sldChg chg="add del">
        <pc:chgData name="ROOPAM TANEJA" userId="03518225-6792-4fc0-8649-7214fae9fe42" providerId="ADAL" clId="{709DECF7-412A-49A6-95E6-BE010C8E3839}" dt="2025-07-10T10:50:29.201" v="481"/>
        <pc:sldMkLst>
          <pc:docMk/>
          <pc:sldMk cId="2859147216" sldId="407"/>
        </pc:sldMkLst>
      </pc:sldChg>
      <pc:sldChg chg="add del">
        <pc:chgData name="ROOPAM TANEJA" userId="03518225-6792-4fc0-8649-7214fae9fe42" providerId="ADAL" clId="{709DECF7-412A-49A6-95E6-BE010C8E3839}" dt="2025-07-10T10:50:29.201" v="481"/>
        <pc:sldMkLst>
          <pc:docMk/>
          <pc:sldMk cId="4036689702" sldId="408"/>
        </pc:sldMkLst>
      </pc:sldChg>
      <pc:sldChg chg="add del">
        <pc:chgData name="ROOPAM TANEJA" userId="03518225-6792-4fc0-8649-7214fae9fe42" providerId="ADAL" clId="{709DECF7-412A-49A6-95E6-BE010C8E3839}" dt="2025-07-10T10:50:29.201" v="481"/>
        <pc:sldMkLst>
          <pc:docMk/>
          <pc:sldMk cId="3815731450" sldId="409"/>
        </pc:sldMkLst>
      </pc:sldChg>
      <pc:sldChg chg="add del">
        <pc:chgData name="ROOPAM TANEJA" userId="03518225-6792-4fc0-8649-7214fae9fe42" providerId="ADAL" clId="{709DECF7-412A-49A6-95E6-BE010C8E3839}" dt="2025-07-10T10:50:29.201" v="481"/>
        <pc:sldMkLst>
          <pc:docMk/>
          <pc:sldMk cId="1053720115" sldId="410"/>
        </pc:sldMkLst>
      </pc:sldChg>
      <pc:sldChg chg="add del">
        <pc:chgData name="ROOPAM TANEJA" userId="03518225-6792-4fc0-8649-7214fae9fe42" providerId="ADAL" clId="{709DECF7-412A-49A6-95E6-BE010C8E3839}" dt="2025-07-10T10:50:29.201" v="481"/>
        <pc:sldMkLst>
          <pc:docMk/>
          <pc:sldMk cId="548630812" sldId="411"/>
        </pc:sldMkLst>
      </pc:sldChg>
      <pc:sldChg chg="add del">
        <pc:chgData name="ROOPAM TANEJA" userId="03518225-6792-4fc0-8649-7214fae9fe42" providerId="ADAL" clId="{709DECF7-412A-49A6-95E6-BE010C8E3839}" dt="2025-07-10T10:50:29.201" v="481"/>
        <pc:sldMkLst>
          <pc:docMk/>
          <pc:sldMk cId="1713601704" sldId="412"/>
        </pc:sldMkLst>
      </pc:sldChg>
      <pc:sldChg chg="add del">
        <pc:chgData name="ROOPAM TANEJA" userId="03518225-6792-4fc0-8649-7214fae9fe42" providerId="ADAL" clId="{709DECF7-412A-49A6-95E6-BE010C8E3839}" dt="2025-07-10T10:50:29.201" v="481"/>
        <pc:sldMkLst>
          <pc:docMk/>
          <pc:sldMk cId="963879953" sldId="413"/>
        </pc:sldMkLst>
      </pc:sldChg>
      <pc:sldChg chg="add del">
        <pc:chgData name="ROOPAM TANEJA" userId="03518225-6792-4fc0-8649-7214fae9fe42" providerId="ADAL" clId="{709DECF7-412A-49A6-95E6-BE010C8E3839}" dt="2025-07-10T10:50:29.201" v="481"/>
        <pc:sldMkLst>
          <pc:docMk/>
          <pc:sldMk cId="2233618822" sldId="414"/>
        </pc:sldMkLst>
      </pc:sldChg>
      <pc:sldChg chg="add del">
        <pc:chgData name="ROOPAM TANEJA" userId="03518225-6792-4fc0-8649-7214fae9fe42" providerId="ADAL" clId="{709DECF7-412A-49A6-95E6-BE010C8E3839}" dt="2025-07-10T10:50:29.201" v="481"/>
        <pc:sldMkLst>
          <pc:docMk/>
          <pc:sldMk cId="1329982302" sldId="415"/>
        </pc:sldMkLst>
      </pc:sldChg>
      <pc:sldChg chg="add del">
        <pc:chgData name="ROOPAM TANEJA" userId="03518225-6792-4fc0-8649-7214fae9fe42" providerId="ADAL" clId="{709DECF7-412A-49A6-95E6-BE010C8E3839}" dt="2025-07-10T10:50:29.201" v="481"/>
        <pc:sldMkLst>
          <pc:docMk/>
          <pc:sldMk cId="3359666449" sldId="416"/>
        </pc:sldMkLst>
      </pc:sldChg>
      <pc:sldChg chg="add del">
        <pc:chgData name="ROOPAM TANEJA" userId="03518225-6792-4fc0-8649-7214fae9fe42" providerId="ADAL" clId="{709DECF7-412A-49A6-95E6-BE010C8E3839}" dt="2025-07-10T10:50:29.201" v="481"/>
        <pc:sldMkLst>
          <pc:docMk/>
          <pc:sldMk cId="3571281430" sldId="417"/>
        </pc:sldMkLst>
      </pc:sldChg>
      <pc:sldChg chg="add del">
        <pc:chgData name="ROOPAM TANEJA" userId="03518225-6792-4fc0-8649-7214fae9fe42" providerId="ADAL" clId="{709DECF7-412A-49A6-95E6-BE010C8E3839}" dt="2025-07-10T10:50:29.201" v="481"/>
        <pc:sldMkLst>
          <pc:docMk/>
          <pc:sldMk cId="2728518549" sldId="418"/>
        </pc:sldMkLst>
      </pc:sldChg>
      <pc:sldChg chg="add del">
        <pc:chgData name="ROOPAM TANEJA" userId="03518225-6792-4fc0-8649-7214fae9fe42" providerId="ADAL" clId="{709DECF7-412A-49A6-95E6-BE010C8E3839}" dt="2025-07-10T10:50:29.201" v="481"/>
        <pc:sldMkLst>
          <pc:docMk/>
          <pc:sldMk cId="1696466601" sldId="419"/>
        </pc:sldMkLst>
      </pc:sldChg>
    </pc:docChg>
  </pc:docChgLst>
  <pc:docChgLst>
    <pc:chgData name="ROOPAM TANEJA" userId="03518225-6792-4fc0-8649-7214fae9fe42" providerId="ADAL" clId="{DF27B4E7-D27C-459D-821E-FB7541A30684}"/>
    <pc:docChg chg="undo redo custSel addSld delSld modSld sldOrd">
      <pc:chgData name="ROOPAM TANEJA" userId="03518225-6792-4fc0-8649-7214fae9fe42" providerId="ADAL" clId="{DF27B4E7-D27C-459D-821E-FB7541A30684}" dt="2025-10-03T04:36:03.465" v="8349" actId="20577"/>
      <pc:docMkLst>
        <pc:docMk/>
      </pc:docMkLst>
      <pc:sldChg chg="modSp mod">
        <pc:chgData name="ROOPAM TANEJA" userId="03518225-6792-4fc0-8649-7214fae9fe42" providerId="ADAL" clId="{DF27B4E7-D27C-459D-821E-FB7541A30684}" dt="2025-10-02T15:22:51.393" v="126" actId="1076"/>
        <pc:sldMkLst>
          <pc:docMk/>
          <pc:sldMk cId="855215445" sldId="325"/>
        </pc:sldMkLst>
        <pc:spChg chg="mod">
          <ac:chgData name="ROOPAM TANEJA" userId="03518225-6792-4fc0-8649-7214fae9fe42" providerId="ADAL" clId="{DF27B4E7-D27C-459D-821E-FB7541A30684}" dt="2025-10-02T15:22:51.393" v="126" actId="1076"/>
          <ac:spMkLst>
            <pc:docMk/>
            <pc:sldMk cId="855215445" sldId="325"/>
            <ac:spMk id="4" creationId="{305E10E9-9AB7-0642-D4C4-DDFDAB7B5B2C}"/>
          </ac:spMkLst>
        </pc:spChg>
      </pc:sldChg>
      <pc:sldChg chg="del">
        <pc:chgData name="ROOPAM TANEJA" userId="03518225-6792-4fc0-8649-7214fae9fe42" providerId="ADAL" clId="{DF27B4E7-D27C-459D-821E-FB7541A30684}" dt="2025-10-02T19:35:45.449" v="3648" actId="47"/>
        <pc:sldMkLst>
          <pc:docMk/>
          <pc:sldMk cId="488317466" sldId="328"/>
        </pc:sldMkLst>
      </pc:sldChg>
      <pc:sldChg chg="addSp delSp modSp mod">
        <pc:chgData name="ROOPAM TANEJA" userId="03518225-6792-4fc0-8649-7214fae9fe42" providerId="ADAL" clId="{DF27B4E7-D27C-459D-821E-FB7541A30684}" dt="2025-10-03T04:30:53.243" v="8312" actId="1038"/>
        <pc:sldMkLst>
          <pc:docMk/>
          <pc:sldMk cId="2120067918" sldId="332"/>
        </pc:sldMkLst>
        <pc:spChg chg="add mod">
          <ac:chgData name="ROOPAM TANEJA" userId="03518225-6792-4fc0-8649-7214fae9fe42" providerId="ADAL" clId="{DF27B4E7-D27C-459D-821E-FB7541A30684}" dt="2025-10-03T04:08:02.372" v="7675" actId="255"/>
          <ac:spMkLst>
            <pc:docMk/>
            <pc:sldMk cId="2120067918" sldId="332"/>
            <ac:spMk id="2" creationId="{40B50D62-961A-C80C-F8B4-64FE8B649A7E}"/>
          </ac:spMkLst>
        </pc:spChg>
        <pc:spChg chg="mod">
          <ac:chgData name="ROOPAM TANEJA" userId="03518225-6792-4fc0-8649-7214fae9fe42" providerId="ADAL" clId="{DF27B4E7-D27C-459D-821E-FB7541A30684}" dt="2025-10-03T04:30:18.802" v="8300" actId="20577"/>
          <ac:spMkLst>
            <pc:docMk/>
            <pc:sldMk cId="2120067918" sldId="332"/>
            <ac:spMk id="3" creationId="{561A4909-37ED-151D-26F9-0B141D40CCC4}"/>
          </ac:spMkLst>
        </pc:spChg>
        <pc:spChg chg="add mod">
          <ac:chgData name="ROOPAM TANEJA" userId="03518225-6792-4fc0-8649-7214fae9fe42" providerId="ADAL" clId="{DF27B4E7-D27C-459D-821E-FB7541A30684}" dt="2025-10-03T04:30:53.243" v="8312" actId="1038"/>
          <ac:spMkLst>
            <pc:docMk/>
            <pc:sldMk cId="2120067918" sldId="332"/>
            <ac:spMk id="4" creationId="{FE23D02D-87E5-044B-4219-7F9B4D46EC6A}"/>
          </ac:spMkLst>
        </pc:spChg>
        <pc:picChg chg="del">
          <ac:chgData name="ROOPAM TANEJA" userId="03518225-6792-4fc0-8649-7214fae9fe42" providerId="ADAL" clId="{DF27B4E7-D27C-459D-821E-FB7541A30684}" dt="2025-10-02T15:23:23.103" v="127" actId="478"/>
          <ac:picMkLst>
            <pc:docMk/>
            <pc:sldMk cId="2120067918" sldId="332"/>
            <ac:picMk id="6" creationId="{1E960C50-FBF5-CE7F-BE10-1B1C7E9CD336}"/>
          </ac:picMkLst>
        </pc:picChg>
      </pc:sldChg>
      <pc:sldChg chg="modSp mod">
        <pc:chgData name="ROOPAM TANEJA" userId="03518225-6792-4fc0-8649-7214fae9fe42" providerId="ADAL" clId="{DF27B4E7-D27C-459D-821E-FB7541A30684}" dt="2025-10-03T04:26:26.231" v="8165" actId="20577"/>
        <pc:sldMkLst>
          <pc:docMk/>
          <pc:sldMk cId="603564840" sldId="380"/>
        </pc:sldMkLst>
        <pc:spChg chg="mod">
          <ac:chgData name="ROOPAM TANEJA" userId="03518225-6792-4fc0-8649-7214fae9fe42" providerId="ADAL" clId="{DF27B4E7-D27C-459D-821E-FB7541A30684}" dt="2025-10-02T16:10:50.478" v="542" actId="20577"/>
          <ac:spMkLst>
            <pc:docMk/>
            <pc:sldMk cId="603564840" sldId="380"/>
            <ac:spMk id="2" creationId="{07C898F5-C840-0496-C18C-17BAEC163A1B}"/>
          </ac:spMkLst>
        </pc:spChg>
        <pc:spChg chg="mod">
          <ac:chgData name="ROOPAM TANEJA" userId="03518225-6792-4fc0-8649-7214fae9fe42" providerId="ADAL" clId="{DF27B4E7-D27C-459D-821E-FB7541A30684}" dt="2025-10-03T04:26:26.231" v="8165" actId="20577"/>
          <ac:spMkLst>
            <pc:docMk/>
            <pc:sldMk cId="603564840" sldId="380"/>
            <ac:spMk id="3" creationId="{766F1960-7E52-9038-FB6B-51C671E76491}"/>
          </ac:spMkLst>
        </pc:spChg>
      </pc:sldChg>
      <pc:sldChg chg="del">
        <pc:chgData name="ROOPAM TANEJA" userId="03518225-6792-4fc0-8649-7214fae9fe42" providerId="ADAL" clId="{DF27B4E7-D27C-459D-821E-FB7541A30684}" dt="2025-10-02T19:35:51.929" v="3651" actId="47"/>
        <pc:sldMkLst>
          <pc:docMk/>
          <pc:sldMk cId="2999419007" sldId="381"/>
        </pc:sldMkLst>
      </pc:sldChg>
      <pc:sldChg chg="del">
        <pc:chgData name="ROOPAM TANEJA" userId="03518225-6792-4fc0-8649-7214fae9fe42" providerId="ADAL" clId="{DF27B4E7-D27C-459D-821E-FB7541A30684}" dt="2025-10-02T19:35:46.435" v="3649" actId="47"/>
        <pc:sldMkLst>
          <pc:docMk/>
          <pc:sldMk cId="2367844032" sldId="382"/>
        </pc:sldMkLst>
      </pc:sldChg>
      <pc:sldChg chg="del">
        <pc:chgData name="ROOPAM TANEJA" userId="03518225-6792-4fc0-8649-7214fae9fe42" providerId="ADAL" clId="{DF27B4E7-D27C-459D-821E-FB7541A30684}" dt="2025-10-02T19:35:35.868" v="3643" actId="47"/>
        <pc:sldMkLst>
          <pc:docMk/>
          <pc:sldMk cId="2322627381" sldId="383"/>
        </pc:sldMkLst>
      </pc:sldChg>
      <pc:sldChg chg="del">
        <pc:chgData name="ROOPAM TANEJA" userId="03518225-6792-4fc0-8649-7214fae9fe42" providerId="ADAL" clId="{DF27B4E7-D27C-459D-821E-FB7541A30684}" dt="2025-10-02T19:35:23.967" v="3638" actId="47"/>
        <pc:sldMkLst>
          <pc:docMk/>
          <pc:sldMk cId="54033183" sldId="384"/>
        </pc:sldMkLst>
      </pc:sldChg>
      <pc:sldChg chg="del">
        <pc:chgData name="ROOPAM TANEJA" userId="03518225-6792-4fc0-8649-7214fae9fe42" providerId="ADAL" clId="{DF27B4E7-D27C-459D-821E-FB7541A30684}" dt="2025-10-02T19:35:37.781" v="3645" actId="47"/>
        <pc:sldMkLst>
          <pc:docMk/>
          <pc:sldMk cId="3282543406" sldId="386"/>
        </pc:sldMkLst>
      </pc:sldChg>
      <pc:sldChg chg="del">
        <pc:chgData name="ROOPAM TANEJA" userId="03518225-6792-4fc0-8649-7214fae9fe42" providerId="ADAL" clId="{DF27B4E7-D27C-459D-821E-FB7541A30684}" dt="2025-10-02T19:35:38.564" v="3646" actId="47"/>
        <pc:sldMkLst>
          <pc:docMk/>
          <pc:sldMk cId="1485068353" sldId="387"/>
        </pc:sldMkLst>
      </pc:sldChg>
      <pc:sldChg chg="del">
        <pc:chgData name="ROOPAM TANEJA" userId="03518225-6792-4fc0-8649-7214fae9fe42" providerId="ADAL" clId="{DF27B4E7-D27C-459D-821E-FB7541A30684}" dt="2025-10-02T19:35:26.512" v="3641" actId="47"/>
        <pc:sldMkLst>
          <pc:docMk/>
          <pc:sldMk cId="786115366" sldId="388"/>
        </pc:sldMkLst>
      </pc:sldChg>
      <pc:sldChg chg="del">
        <pc:chgData name="ROOPAM TANEJA" userId="03518225-6792-4fc0-8649-7214fae9fe42" providerId="ADAL" clId="{DF27B4E7-D27C-459D-821E-FB7541A30684}" dt="2025-10-02T19:35:47.414" v="3650" actId="47"/>
        <pc:sldMkLst>
          <pc:docMk/>
          <pc:sldMk cId="2520038127" sldId="389"/>
        </pc:sldMkLst>
      </pc:sldChg>
      <pc:sldChg chg="del">
        <pc:chgData name="ROOPAM TANEJA" userId="03518225-6792-4fc0-8649-7214fae9fe42" providerId="ADAL" clId="{DF27B4E7-D27C-459D-821E-FB7541A30684}" dt="2025-10-02T19:35:39.676" v="3647" actId="47"/>
        <pc:sldMkLst>
          <pc:docMk/>
          <pc:sldMk cId="2611102095" sldId="392"/>
        </pc:sldMkLst>
      </pc:sldChg>
      <pc:sldChg chg="del">
        <pc:chgData name="ROOPAM TANEJA" userId="03518225-6792-4fc0-8649-7214fae9fe42" providerId="ADAL" clId="{DF27B4E7-D27C-459D-821E-FB7541A30684}" dt="2025-10-02T19:35:36.879" v="3644" actId="47"/>
        <pc:sldMkLst>
          <pc:docMk/>
          <pc:sldMk cId="3749706198" sldId="394"/>
        </pc:sldMkLst>
      </pc:sldChg>
      <pc:sldChg chg="del">
        <pc:chgData name="ROOPAM TANEJA" userId="03518225-6792-4fc0-8649-7214fae9fe42" providerId="ADAL" clId="{DF27B4E7-D27C-459D-821E-FB7541A30684}" dt="2025-10-02T19:35:24.976" v="3639" actId="47"/>
        <pc:sldMkLst>
          <pc:docMk/>
          <pc:sldMk cId="690363291" sldId="395"/>
        </pc:sldMkLst>
      </pc:sldChg>
      <pc:sldChg chg="del">
        <pc:chgData name="ROOPAM TANEJA" userId="03518225-6792-4fc0-8649-7214fae9fe42" providerId="ADAL" clId="{DF27B4E7-D27C-459D-821E-FB7541A30684}" dt="2025-10-02T19:35:25.743" v="3640" actId="47"/>
        <pc:sldMkLst>
          <pc:docMk/>
          <pc:sldMk cId="3062464830" sldId="396"/>
        </pc:sldMkLst>
      </pc:sldChg>
      <pc:sldChg chg="modSp add del mod">
        <pc:chgData name="ROOPAM TANEJA" userId="03518225-6792-4fc0-8649-7214fae9fe42" providerId="ADAL" clId="{DF27B4E7-D27C-459D-821E-FB7541A30684}" dt="2025-10-03T04:07:47.216" v="7674" actId="47"/>
        <pc:sldMkLst>
          <pc:docMk/>
          <pc:sldMk cId="604884191" sldId="397"/>
        </pc:sldMkLst>
        <pc:spChg chg="mod">
          <ac:chgData name="ROOPAM TANEJA" userId="03518225-6792-4fc0-8649-7214fae9fe42" providerId="ADAL" clId="{DF27B4E7-D27C-459D-821E-FB7541A30684}" dt="2025-10-02T19:00:32.583" v="2348" actId="20577"/>
          <ac:spMkLst>
            <pc:docMk/>
            <pc:sldMk cId="604884191" sldId="397"/>
            <ac:spMk id="2" creationId="{FD0CD3B7-282B-7E8D-F3A6-4E6EBDE9CCD8}"/>
          </ac:spMkLst>
        </pc:spChg>
        <pc:spChg chg="mod">
          <ac:chgData name="ROOPAM TANEJA" userId="03518225-6792-4fc0-8649-7214fae9fe42" providerId="ADAL" clId="{DF27B4E7-D27C-459D-821E-FB7541A30684}" dt="2025-10-03T04:07:34.522" v="7672" actId="255"/>
          <ac:spMkLst>
            <pc:docMk/>
            <pc:sldMk cId="604884191" sldId="397"/>
            <ac:spMk id="3" creationId="{7144C703-C883-9AB6-2C19-7B21B1E08C2D}"/>
          </ac:spMkLst>
        </pc:spChg>
      </pc:sldChg>
      <pc:sldChg chg="new del">
        <pc:chgData name="ROOPAM TANEJA" userId="03518225-6792-4fc0-8649-7214fae9fe42" providerId="ADAL" clId="{DF27B4E7-D27C-459D-821E-FB7541A30684}" dt="2025-10-02T19:35:27.819" v="3642" actId="47"/>
        <pc:sldMkLst>
          <pc:docMk/>
          <pc:sldMk cId="3004614287" sldId="398"/>
        </pc:sldMkLst>
      </pc:sldChg>
      <pc:sldChg chg="addSp modSp add del mod ord">
        <pc:chgData name="ROOPAM TANEJA" userId="03518225-6792-4fc0-8649-7214fae9fe42" providerId="ADAL" clId="{DF27B4E7-D27C-459D-821E-FB7541A30684}" dt="2025-10-03T04:15:45.606" v="7956" actId="47"/>
        <pc:sldMkLst>
          <pc:docMk/>
          <pc:sldMk cId="3059732339" sldId="399"/>
        </pc:sldMkLst>
        <pc:spChg chg="mod">
          <ac:chgData name="ROOPAM TANEJA" userId="03518225-6792-4fc0-8649-7214fae9fe42" providerId="ADAL" clId="{DF27B4E7-D27C-459D-821E-FB7541A30684}" dt="2025-10-02T19:40:13.524" v="3719" actId="403"/>
          <ac:spMkLst>
            <pc:docMk/>
            <pc:sldMk cId="3059732339" sldId="399"/>
            <ac:spMk id="2" creationId="{6B677C69-D2DB-5F39-3322-CF286C73608D}"/>
          </ac:spMkLst>
        </pc:spChg>
        <pc:spChg chg="mod">
          <ac:chgData name="ROOPAM TANEJA" userId="03518225-6792-4fc0-8649-7214fae9fe42" providerId="ADAL" clId="{DF27B4E7-D27C-459D-821E-FB7541A30684}" dt="2025-10-03T03:46:06.709" v="6539" actId="20577"/>
          <ac:spMkLst>
            <pc:docMk/>
            <pc:sldMk cId="3059732339" sldId="399"/>
            <ac:spMk id="3" creationId="{79DA7B12-C2D7-C222-D1FA-CF4140AC73A0}"/>
          </ac:spMkLst>
        </pc:spChg>
        <pc:graphicFrameChg chg="add mod">
          <ac:chgData name="ROOPAM TANEJA" userId="03518225-6792-4fc0-8649-7214fae9fe42" providerId="ADAL" clId="{DF27B4E7-D27C-459D-821E-FB7541A30684}" dt="2025-10-02T19:14:12.729" v="2511"/>
          <ac:graphicFrameMkLst>
            <pc:docMk/>
            <pc:sldMk cId="3059732339" sldId="399"/>
            <ac:graphicFrameMk id="4" creationId="{ED5D13C2-0EFD-8BE0-0098-A66D9A487587}"/>
          </ac:graphicFrameMkLst>
        </pc:graphicFrameChg>
      </pc:sldChg>
      <pc:sldChg chg="modSp add del mod">
        <pc:chgData name="ROOPAM TANEJA" userId="03518225-6792-4fc0-8649-7214fae9fe42" providerId="ADAL" clId="{DF27B4E7-D27C-459D-821E-FB7541A30684}" dt="2025-10-03T04:03:29.350" v="7437" actId="47"/>
        <pc:sldMkLst>
          <pc:docMk/>
          <pc:sldMk cId="1305668949" sldId="400"/>
        </pc:sldMkLst>
        <pc:spChg chg="mod">
          <ac:chgData name="ROOPAM TANEJA" userId="03518225-6792-4fc0-8649-7214fae9fe42" providerId="ADAL" clId="{DF27B4E7-D27C-459D-821E-FB7541A30684}" dt="2025-10-02T19:34:46.132" v="3625" actId="14100"/>
          <ac:spMkLst>
            <pc:docMk/>
            <pc:sldMk cId="1305668949" sldId="400"/>
            <ac:spMk id="2" creationId="{388712C8-87E7-22D5-C422-DFDEA70CC9B7}"/>
          </ac:spMkLst>
        </pc:spChg>
        <pc:spChg chg="mod">
          <ac:chgData name="ROOPAM TANEJA" userId="03518225-6792-4fc0-8649-7214fae9fe42" providerId="ADAL" clId="{DF27B4E7-D27C-459D-821E-FB7541A30684}" dt="2025-10-03T04:02:52.435" v="7420" actId="1076"/>
          <ac:spMkLst>
            <pc:docMk/>
            <pc:sldMk cId="1305668949" sldId="400"/>
            <ac:spMk id="3" creationId="{AFC4C68E-2506-942C-AB25-4C57C81FCEAF}"/>
          </ac:spMkLst>
        </pc:spChg>
      </pc:sldChg>
      <pc:sldChg chg="modSp add del mod">
        <pc:chgData name="ROOPAM TANEJA" userId="03518225-6792-4fc0-8649-7214fae9fe42" providerId="ADAL" clId="{DF27B4E7-D27C-459D-821E-FB7541A30684}" dt="2025-10-03T04:11:02.486" v="7899" actId="47"/>
        <pc:sldMkLst>
          <pc:docMk/>
          <pc:sldMk cId="3731132614" sldId="401"/>
        </pc:sldMkLst>
        <pc:spChg chg="mod">
          <ac:chgData name="ROOPAM TANEJA" userId="03518225-6792-4fc0-8649-7214fae9fe42" providerId="ADAL" clId="{DF27B4E7-D27C-459D-821E-FB7541A30684}" dt="2025-10-02T19:36:00.894" v="3667" actId="20577"/>
          <ac:spMkLst>
            <pc:docMk/>
            <pc:sldMk cId="3731132614" sldId="401"/>
            <ac:spMk id="2" creationId="{43790CCE-C0CB-1326-7B29-24DD50F01093}"/>
          </ac:spMkLst>
        </pc:spChg>
        <pc:spChg chg="mod">
          <ac:chgData name="ROOPAM TANEJA" userId="03518225-6792-4fc0-8649-7214fae9fe42" providerId="ADAL" clId="{DF27B4E7-D27C-459D-821E-FB7541A30684}" dt="2025-10-03T04:10:56.281" v="7898" actId="20577"/>
          <ac:spMkLst>
            <pc:docMk/>
            <pc:sldMk cId="3731132614" sldId="401"/>
            <ac:spMk id="3" creationId="{04AF582C-E295-14EB-46BB-57180963B492}"/>
          </ac:spMkLst>
        </pc:spChg>
      </pc:sldChg>
      <pc:sldChg chg="new del">
        <pc:chgData name="ROOPAM TANEJA" userId="03518225-6792-4fc0-8649-7214fae9fe42" providerId="ADAL" clId="{DF27B4E7-D27C-459D-821E-FB7541A30684}" dt="2025-10-03T01:35:10.572" v="4101" actId="47"/>
        <pc:sldMkLst>
          <pc:docMk/>
          <pc:sldMk cId="2001150805" sldId="402"/>
        </pc:sldMkLst>
      </pc:sldChg>
      <pc:sldChg chg="modSp add del mod">
        <pc:chgData name="ROOPAM TANEJA" userId="03518225-6792-4fc0-8649-7214fae9fe42" providerId="ADAL" clId="{DF27B4E7-D27C-459D-821E-FB7541A30684}" dt="2025-10-03T04:04:33.575" v="7455" actId="47"/>
        <pc:sldMkLst>
          <pc:docMk/>
          <pc:sldMk cId="3006285447" sldId="402"/>
        </pc:sldMkLst>
        <pc:spChg chg="mod">
          <ac:chgData name="ROOPAM TANEJA" userId="03518225-6792-4fc0-8649-7214fae9fe42" providerId="ADAL" clId="{DF27B4E7-D27C-459D-821E-FB7541A30684}" dt="2025-10-03T01:35:24.216" v="4118" actId="14100"/>
          <ac:spMkLst>
            <pc:docMk/>
            <pc:sldMk cId="3006285447" sldId="402"/>
            <ac:spMk id="2" creationId="{A42C1F8F-E722-99DD-D112-E1C11473BB2C}"/>
          </ac:spMkLst>
        </pc:spChg>
        <pc:spChg chg="mod">
          <ac:chgData name="ROOPAM TANEJA" userId="03518225-6792-4fc0-8649-7214fae9fe42" providerId="ADAL" clId="{DF27B4E7-D27C-459D-821E-FB7541A30684}" dt="2025-10-03T04:04:01" v="7445" actId="255"/>
          <ac:spMkLst>
            <pc:docMk/>
            <pc:sldMk cId="3006285447" sldId="402"/>
            <ac:spMk id="3" creationId="{043DA468-D457-AFFE-9645-D7BEBE34447E}"/>
          </ac:spMkLst>
        </pc:spChg>
      </pc:sldChg>
      <pc:sldChg chg="modSp add mod ord">
        <pc:chgData name="ROOPAM TANEJA" userId="03518225-6792-4fc0-8649-7214fae9fe42" providerId="ADAL" clId="{DF27B4E7-D27C-459D-821E-FB7541A30684}" dt="2025-10-03T04:36:03.465" v="8349" actId="20577"/>
        <pc:sldMkLst>
          <pc:docMk/>
          <pc:sldMk cId="2609067250" sldId="403"/>
        </pc:sldMkLst>
        <pc:spChg chg="mod">
          <ac:chgData name="ROOPAM TANEJA" userId="03518225-6792-4fc0-8649-7214fae9fe42" providerId="ADAL" clId="{DF27B4E7-D27C-459D-821E-FB7541A30684}" dt="2025-10-03T04:36:03.465" v="8349" actId="20577"/>
          <ac:spMkLst>
            <pc:docMk/>
            <pc:sldMk cId="2609067250" sldId="403"/>
            <ac:spMk id="3" creationId="{358FA87C-61DE-FFFE-9002-F945A340CCF3}"/>
          </ac:spMkLst>
        </pc:spChg>
      </pc:sldChg>
      <pc:sldChg chg="modSp add mod">
        <pc:chgData name="ROOPAM TANEJA" userId="03518225-6792-4fc0-8649-7214fae9fe42" providerId="ADAL" clId="{DF27B4E7-D27C-459D-821E-FB7541A30684}" dt="2025-10-03T04:32:11.522" v="8317" actId="20577"/>
        <pc:sldMkLst>
          <pc:docMk/>
          <pc:sldMk cId="4003942138" sldId="404"/>
        </pc:sldMkLst>
        <pc:spChg chg="mod">
          <ac:chgData name="ROOPAM TANEJA" userId="03518225-6792-4fc0-8649-7214fae9fe42" providerId="ADAL" clId="{DF27B4E7-D27C-459D-821E-FB7541A30684}" dt="2025-10-03T04:03:05.243" v="7435" actId="20577"/>
          <ac:spMkLst>
            <pc:docMk/>
            <pc:sldMk cId="4003942138" sldId="404"/>
            <ac:spMk id="2" creationId="{81F0F4B0-49D1-41E8-8061-660BD8A6E616}"/>
          </ac:spMkLst>
        </pc:spChg>
        <pc:spChg chg="mod">
          <ac:chgData name="ROOPAM TANEJA" userId="03518225-6792-4fc0-8649-7214fae9fe42" providerId="ADAL" clId="{DF27B4E7-D27C-459D-821E-FB7541A30684}" dt="2025-10-03T04:32:11.522" v="8317" actId="20577"/>
          <ac:spMkLst>
            <pc:docMk/>
            <pc:sldMk cId="4003942138" sldId="404"/>
            <ac:spMk id="3" creationId="{BFAF0F5C-310A-F833-F7DB-E1E03E15F00E}"/>
          </ac:spMkLst>
        </pc:spChg>
      </pc:sldChg>
      <pc:sldChg chg="modSp add mod">
        <pc:chgData name="ROOPAM TANEJA" userId="03518225-6792-4fc0-8649-7214fae9fe42" providerId="ADAL" clId="{DF27B4E7-D27C-459D-821E-FB7541A30684}" dt="2025-10-03T04:34:15.312" v="8336" actId="20577"/>
        <pc:sldMkLst>
          <pc:docMk/>
          <pc:sldMk cId="2364797945" sldId="405"/>
        </pc:sldMkLst>
        <pc:spChg chg="mod">
          <ac:chgData name="ROOPAM TANEJA" userId="03518225-6792-4fc0-8649-7214fae9fe42" providerId="ADAL" clId="{DF27B4E7-D27C-459D-821E-FB7541A30684}" dt="2025-10-03T04:04:14.910" v="7447"/>
          <ac:spMkLst>
            <pc:docMk/>
            <pc:sldMk cId="2364797945" sldId="405"/>
            <ac:spMk id="2" creationId="{FB17F8CA-5CE8-C085-FF0E-66D5584F84E9}"/>
          </ac:spMkLst>
        </pc:spChg>
        <pc:spChg chg="mod">
          <ac:chgData name="ROOPAM TANEJA" userId="03518225-6792-4fc0-8649-7214fae9fe42" providerId="ADAL" clId="{DF27B4E7-D27C-459D-821E-FB7541A30684}" dt="2025-10-03T04:34:15.312" v="8336" actId="20577"/>
          <ac:spMkLst>
            <pc:docMk/>
            <pc:sldMk cId="2364797945" sldId="405"/>
            <ac:spMk id="3" creationId="{20DF09B7-7430-2992-3310-99A5D2E9A97C}"/>
          </ac:spMkLst>
        </pc:spChg>
      </pc:sldChg>
      <pc:sldChg chg="modSp add mod ord">
        <pc:chgData name="ROOPAM TANEJA" userId="03518225-6792-4fc0-8649-7214fae9fe42" providerId="ADAL" clId="{DF27B4E7-D27C-459D-821E-FB7541A30684}" dt="2025-10-03T04:32:58.557" v="8326" actId="1076"/>
        <pc:sldMkLst>
          <pc:docMk/>
          <pc:sldMk cId="2351169550" sldId="406"/>
        </pc:sldMkLst>
        <pc:spChg chg="mod">
          <ac:chgData name="ROOPAM TANEJA" userId="03518225-6792-4fc0-8649-7214fae9fe42" providerId="ADAL" clId="{DF27B4E7-D27C-459D-821E-FB7541A30684}" dt="2025-10-03T04:14:50.888" v="7947"/>
          <ac:spMkLst>
            <pc:docMk/>
            <pc:sldMk cId="2351169550" sldId="406"/>
            <ac:spMk id="2" creationId="{7CF9AEDC-B056-45F1-8303-A4E5C808152E}"/>
          </ac:spMkLst>
        </pc:spChg>
        <pc:spChg chg="mod">
          <ac:chgData name="ROOPAM TANEJA" userId="03518225-6792-4fc0-8649-7214fae9fe42" providerId="ADAL" clId="{DF27B4E7-D27C-459D-821E-FB7541A30684}" dt="2025-10-03T04:32:58.557" v="8326" actId="1076"/>
          <ac:spMkLst>
            <pc:docMk/>
            <pc:sldMk cId="2351169550" sldId="406"/>
            <ac:spMk id="3" creationId="{3F71A83E-4241-D569-4118-F3FFEC70F26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BA57456-157A-C12A-2FEC-91B7B9EE491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9D46761-828E-1508-56BD-BAEADF34862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FF95820-84BB-3447-8286-60A51307E7F2}" type="datetimeFigureOut">
              <a:rPr lang="en-US" smtClean="0"/>
              <a:t>10/3/2025</a:t>
            </a:fld>
            <a:endParaRPr lang="en-US"/>
          </a:p>
        </p:txBody>
      </p:sp>
      <p:sp>
        <p:nvSpPr>
          <p:cNvPr id="4" name="Footer Placeholder 3">
            <a:extLst>
              <a:ext uri="{FF2B5EF4-FFF2-40B4-BE49-F238E27FC236}">
                <a16:creationId xmlns:a16="http://schemas.microsoft.com/office/drawing/2014/main" id="{CD428A7E-6B0E-809C-73D1-4B5E2FF471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89A5AA6-0C5B-430A-E0C4-C90B2F0A1C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E476440-F66F-F947-8EFC-EA5202ACFD25}" type="slidenum">
              <a:rPr lang="en-US" smtClean="0"/>
              <a:t>‹#›</a:t>
            </a:fld>
            <a:endParaRPr lang="en-US"/>
          </a:p>
        </p:txBody>
      </p:sp>
    </p:spTree>
    <p:extLst>
      <p:ext uri="{BB962C8B-B14F-4D97-AF65-F5344CB8AC3E}">
        <p14:creationId xmlns:p14="http://schemas.microsoft.com/office/powerpoint/2010/main" val="233711763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08FC54-6AE4-6A4A-9756-823A0F1BE5A6}" type="datetimeFigureOut">
              <a:rPr lang="en-US" smtClean="0"/>
              <a:t>10/3/2025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79E9EB-07EB-9D44-9F5A-AB1FBECCDD88}" type="slidenum">
              <a:rPr lang="en-US" smtClean="0"/>
              <a:t>‹#›</a:t>
            </a:fld>
            <a:endParaRPr lang="en-US"/>
          </a:p>
        </p:txBody>
      </p:sp>
    </p:spTree>
    <p:extLst>
      <p:ext uri="{BB962C8B-B14F-4D97-AF65-F5344CB8AC3E}">
        <p14:creationId xmlns:p14="http://schemas.microsoft.com/office/powerpoint/2010/main" val="1546758749"/>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6310578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76609C33-D605-6146-1378-F67C572F05C1}"/>
              </a:ext>
            </a:extLst>
          </p:cNvPr>
          <p:cNvSpPr/>
          <p:nvPr userDrawn="1"/>
        </p:nvSpPr>
        <p:spPr>
          <a:xfrm>
            <a:off x="0" y="0"/>
            <a:ext cx="12192000" cy="6858000"/>
          </a:xfrm>
          <a:custGeom>
            <a:avLst/>
            <a:gdLst>
              <a:gd name="connsiteX0" fmla="*/ 304800 w 12192000"/>
              <a:gd name="connsiteY0" fmla="*/ 266701 h 6858000"/>
              <a:gd name="connsiteX1" fmla="*/ 304800 w 12192000"/>
              <a:gd name="connsiteY1" fmla="*/ 6591300 h 6858000"/>
              <a:gd name="connsiteX2" fmla="*/ 11887200 w 12192000"/>
              <a:gd name="connsiteY2" fmla="*/ 6591300 h 6858000"/>
              <a:gd name="connsiteX3" fmla="*/ 11887200 w 12192000"/>
              <a:gd name="connsiteY3" fmla="*/ 266701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304800" y="266701"/>
                </a:moveTo>
                <a:lnTo>
                  <a:pt x="304800" y="6591300"/>
                </a:lnTo>
                <a:lnTo>
                  <a:pt x="11887200" y="6591300"/>
                </a:lnTo>
                <a:lnTo>
                  <a:pt x="11887200" y="266701"/>
                </a:lnTo>
                <a:close/>
                <a:moveTo>
                  <a:pt x="0" y="0"/>
                </a:moveTo>
                <a:lnTo>
                  <a:pt x="12192000" y="0"/>
                </a:lnTo>
                <a:lnTo>
                  <a:pt x="1219200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itle 8">
            <a:extLst>
              <a:ext uri="{FF2B5EF4-FFF2-40B4-BE49-F238E27FC236}">
                <a16:creationId xmlns:a16="http://schemas.microsoft.com/office/drawing/2014/main" id="{42398E06-9E0E-BC81-DEB5-1DB2F8635C23}"/>
              </a:ext>
            </a:extLst>
          </p:cNvPr>
          <p:cNvSpPr>
            <a:spLocks noGrp="1"/>
          </p:cNvSpPr>
          <p:nvPr>
            <p:ph type="title"/>
          </p:nvPr>
        </p:nvSpPr>
        <p:spPr>
          <a:xfrm>
            <a:off x="838200" y="1417320"/>
            <a:ext cx="10515600" cy="4023360"/>
          </a:xfrm>
        </p:spPr>
        <p:txBody>
          <a:bodyPr anchor="ctr"/>
          <a:lstStyle>
            <a:lvl1pPr algn="ctr">
              <a:defRPr sz="5400" spc="300" baseline="0"/>
            </a:lvl1pPr>
          </a:lstStyle>
          <a:p>
            <a:r>
              <a:rPr lang="en-US"/>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1524000" y="6044184"/>
            <a:ext cx="9144000" cy="356616"/>
          </a:xfrm>
        </p:spPr>
        <p:txBody>
          <a:bodyPr/>
          <a:lstStyle>
            <a:lvl1pPr marL="0" indent="0" algn="ctr">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4" name="Rectangle 13">
            <a:extLst>
              <a:ext uri="{FF2B5EF4-FFF2-40B4-BE49-F238E27FC236}">
                <a16:creationId xmlns:a16="http://schemas.microsoft.com/office/drawing/2014/main" id="{6DDC5B68-548C-395D-B9A9-EA694F6CB59F}"/>
              </a:ext>
            </a:extLst>
          </p:cNvPr>
          <p:cNvSpPr/>
          <p:nvPr userDrawn="1"/>
        </p:nvSpPr>
        <p:spPr>
          <a:xfrm>
            <a:off x="5891213" y="562822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9069112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with image right">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F738F023-8BDF-71DB-D6AB-776F7C6413B2}"/>
              </a:ext>
            </a:extLst>
          </p:cNvPr>
          <p:cNvSpPr/>
          <p:nvPr userDrawn="1"/>
        </p:nvSpPr>
        <p:spPr>
          <a:xfrm>
            <a:off x="8610600" y="0"/>
            <a:ext cx="3581400" cy="6858000"/>
          </a:xfrm>
          <a:custGeom>
            <a:avLst/>
            <a:gdLst>
              <a:gd name="connsiteX0" fmla="*/ 0 w 3581400"/>
              <a:gd name="connsiteY0" fmla="*/ 0 h 6858000"/>
              <a:gd name="connsiteX1" fmla="*/ 3581400 w 3581400"/>
              <a:gd name="connsiteY1" fmla="*/ 0 h 6858000"/>
              <a:gd name="connsiteX2" fmla="*/ 3581400 w 3581400"/>
              <a:gd name="connsiteY2" fmla="*/ 6858000 h 6858000"/>
              <a:gd name="connsiteX3" fmla="*/ 0 w 3581400"/>
              <a:gd name="connsiteY3" fmla="*/ 6858000 h 6858000"/>
              <a:gd name="connsiteX4" fmla="*/ 0 w 3581400"/>
              <a:gd name="connsiteY4" fmla="*/ 6172201 h 6858000"/>
              <a:gd name="connsiteX5" fmla="*/ 2971800 w 3581400"/>
              <a:gd name="connsiteY5" fmla="*/ 6172201 h 6858000"/>
              <a:gd name="connsiteX6" fmla="*/ 2971800 w 3581400"/>
              <a:gd name="connsiteY6" fmla="*/ 685800 h 6858000"/>
              <a:gd name="connsiteX7" fmla="*/ 0 w 3581400"/>
              <a:gd name="connsiteY7" fmla="*/ 685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1400" h="6858000">
                <a:moveTo>
                  <a:pt x="0" y="0"/>
                </a:moveTo>
                <a:lnTo>
                  <a:pt x="3581400" y="0"/>
                </a:lnTo>
                <a:lnTo>
                  <a:pt x="3581400" y="6858000"/>
                </a:lnTo>
                <a:lnTo>
                  <a:pt x="0" y="6858000"/>
                </a:lnTo>
                <a:lnTo>
                  <a:pt x="0" y="6172201"/>
                </a:lnTo>
                <a:lnTo>
                  <a:pt x="2971800" y="6172201"/>
                </a:lnTo>
                <a:lnTo>
                  <a:pt x="2971800" y="685800"/>
                </a:lnTo>
                <a:lnTo>
                  <a:pt x="0" y="6858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280160" y="1097280"/>
            <a:ext cx="4114800" cy="2286000"/>
          </a:xfrm>
        </p:spPr>
        <p:txBody>
          <a:bodyPr/>
          <a:lstStyle>
            <a:lvl1pPr>
              <a:defRPr sz="3200" spc="300" baseline="0"/>
            </a:lvl1pPr>
          </a:lstStyle>
          <a:p>
            <a:r>
              <a:rPr lang="en-US"/>
              <a:t>Click to edit Master title style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280160" y="3566160"/>
            <a:ext cx="4114800" cy="2651760"/>
          </a:xfrm>
        </p:spPr>
        <p:txBody>
          <a:bodyPr>
            <a:normAutofit/>
          </a:bodyPr>
          <a:lstStyle>
            <a:lvl1pPr marL="457200" indent="-457200">
              <a:lnSpc>
                <a:spcPct val="100000"/>
              </a:lnSpc>
              <a:spcBef>
                <a:spcPts val="1400"/>
              </a:spcBef>
              <a:buClr>
                <a:schemeClr val="accent1"/>
              </a:buClr>
              <a:buFont typeface="Courier New" panose="02070309020205020404" pitchFamily="49" charset="0"/>
              <a:buChar char="o"/>
              <a:defRPr sz="2400" cap="all" spc="0" baseline="0"/>
            </a:lvl1pPr>
            <a:lvl2pPr marL="914400">
              <a:defRPr spc="0" baseline="0"/>
            </a:lvl2pPr>
            <a:lvl3pPr marL="1371600">
              <a:defRPr spc="0" baseline="0"/>
            </a:lvl3pPr>
            <a:lvl4pPr marL="1828800">
              <a:defRPr spc="0" baseline="0"/>
            </a:lvl4pPr>
            <a:lvl5pPr marL="2286000">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90AD0F96-99DE-C9D9-569E-AE6FC6307EA7}"/>
              </a:ext>
            </a:extLst>
          </p:cNvPr>
          <p:cNvSpPr>
            <a:spLocks noGrp="1"/>
          </p:cNvSpPr>
          <p:nvPr>
            <p:ph type="pic" sz="quarter" idx="13"/>
          </p:nvPr>
        </p:nvSpPr>
        <p:spPr>
          <a:xfrm>
            <a:off x="5687568" y="1435608"/>
            <a:ext cx="5897880" cy="3977640"/>
          </a:xfrm>
          <a:noFill/>
        </p:spPr>
        <p:txBody>
          <a:bodyPr anchor="ctr"/>
          <a:lstStyle>
            <a:lvl1pPr marL="0" indent="0" algn="ctr">
              <a:buNone/>
              <a:defRPr/>
            </a:lvl1pPr>
          </a:lstStyle>
          <a:p>
            <a:r>
              <a:rPr lang="en-US"/>
              <a:t>Click icon to add picture</a:t>
            </a:r>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a:p>
        </p:txBody>
      </p:sp>
      <p:cxnSp>
        <p:nvCxnSpPr>
          <p:cNvPr id="13" name="Straight Connector 12">
            <a:extLst>
              <a:ext uri="{FF2B5EF4-FFF2-40B4-BE49-F238E27FC236}">
                <a16:creationId xmlns:a16="http://schemas.microsoft.com/office/drawing/2014/main" id="{323EB7E3-3953-BAB4-1B15-383082C6C31E}"/>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6816841"/>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841248" y="2697480"/>
            <a:ext cx="10515600" cy="2606040"/>
          </a:xfrm>
        </p:spPr>
        <p:txBody>
          <a:bodyPr anchor="ctr">
            <a:normAutofit/>
          </a:bodyPr>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p:nvPr>
        </p:nvSpPr>
        <p:spPr>
          <a:xfrm>
            <a:off x="841248" y="6044184"/>
            <a:ext cx="10515600" cy="457200"/>
          </a:xfrm>
        </p:spPr>
        <p:txBody>
          <a:bodyPr>
            <a:norm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Picture Placeholder 7">
            <a:extLst>
              <a:ext uri="{FF2B5EF4-FFF2-40B4-BE49-F238E27FC236}">
                <a16:creationId xmlns:a16="http://schemas.microsoft.com/office/drawing/2014/main" id="{AA872EE9-FDFB-95A7-3547-DCAA0B51FE21}"/>
              </a:ext>
            </a:extLst>
          </p:cNvPr>
          <p:cNvSpPr>
            <a:spLocks noGrp="1"/>
          </p:cNvSpPr>
          <p:nvPr>
            <p:ph type="pic" sz="quarter" idx="13"/>
          </p:nvPr>
        </p:nvSpPr>
        <p:spPr>
          <a:xfrm>
            <a:off x="0" y="0"/>
            <a:ext cx="12188952" cy="2368296"/>
          </a:xfrm>
        </p:spPr>
        <p:txBody>
          <a:bodyPr/>
          <a:lstStyle>
            <a:lvl1pPr marL="0" indent="0">
              <a:buNone/>
              <a:defRPr/>
            </a:lvl1pPr>
          </a:lstStyle>
          <a:p>
            <a:r>
              <a:rPr lang="en-US"/>
              <a:t>Click icon to add picture</a:t>
            </a:r>
          </a:p>
        </p:txBody>
      </p:sp>
      <p:sp>
        <p:nvSpPr>
          <p:cNvPr id="12" name="Rectangle 11">
            <a:extLst>
              <a:ext uri="{FF2B5EF4-FFF2-40B4-BE49-F238E27FC236}">
                <a16:creationId xmlns:a16="http://schemas.microsoft.com/office/drawing/2014/main" id="{103AD4F0-8C4C-FC68-2450-06419A6D0131}"/>
              </a:ext>
            </a:extLst>
          </p:cNvPr>
          <p:cNvSpPr/>
          <p:nvPr userDrawn="1"/>
        </p:nvSpPr>
        <p:spPr>
          <a:xfrm>
            <a:off x="5891213" y="562822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215973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A510974D-B222-2876-052D-21F0E075D288}"/>
              </a:ext>
            </a:extLst>
          </p:cNvPr>
          <p:cNvSpPr/>
          <p:nvPr userDrawn="1"/>
        </p:nvSpPr>
        <p:spPr>
          <a:xfrm>
            <a:off x="0" y="0"/>
            <a:ext cx="12192000" cy="4457700"/>
          </a:xfrm>
          <a:custGeom>
            <a:avLst/>
            <a:gdLst>
              <a:gd name="connsiteX0" fmla="*/ 0 w 12192000"/>
              <a:gd name="connsiteY0" fmla="*/ 0 h 4457700"/>
              <a:gd name="connsiteX1" fmla="*/ 12192000 w 12192000"/>
              <a:gd name="connsiteY1" fmla="*/ 0 h 4457700"/>
              <a:gd name="connsiteX2" fmla="*/ 12192000 w 12192000"/>
              <a:gd name="connsiteY2" fmla="*/ 4457700 h 4457700"/>
              <a:gd name="connsiteX3" fmla="*/ 11563350 w 12192000"/>
              <a:gd name="connsiteY3" fmla="*/ 4457700 h 4457700"/>
              <a:gd name="connsiteX4" fmla="*/ 11563350 w 12192000"/>
              <a:gd name="connsiteY4" fmla="*/ 685800 h 4457700"/>
              <a:gd name="connsiteX5" fmla="*/ 628650 w 12192000"/>
              <a:gd name="connsiteY5" fmla="*/ 685800 h 4457700"/>
              <a:gd name="connsiteX6" fmla="*/ 628650 w 12192000"/>
              <a:gd name="connsiteY6" fmla="*/ 4457700 h 4457700"/>
              <a:gd name="connsiteX7" fmla="*/ 0 w 12192000"/>
              <a:gd name="connsiteY7" fmla="*/ 4457700 h 445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4457700">
                <a:moveTo>
                  <a:pt x="0" y="0"/>
                </a:moveTo>
                <a:lnTo>
                  <a:pt x="12192000" y="0"/>
                </a:lnTo>
                <a:lnTo>
                  <a:pt x="12192000" y="4457700"/>
                </a:lnTo>
                <a:lnTo>
                  <a:pt x="11563350" y="4457700"/>
                </a:lnTo>
                <a:lnTo>
                  <a:pt x="11563350" y="685800"/>
                </a:lnTo>
                <a:lnTo>
                  <a:pt x="628650" y="685800"/>
                </a:lnTo>
                <a:lnTo>
                  <a:pt x="628650" y="4457700"/>
                </a:lnTo>
                <a:lnTo>
                  <a:pt x="0" y="44577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978408" y="1143000"/>
            <a:ext cx="10241280" cy="2286000"/>
          </a:xfrm>
        </p:spPr>
        <p:txBody>
          <a:bodyPr anchor="b"/>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p:nvPr>
        </p:nvSpPr>
        <p:spPr>
          <a:xfrm>
            <a:off x="2075688" y="3803904"/>
            <a:ext cx="8046720" cy="91440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6" name="Rectangle 15">
            <a:extLst>
              <a:ext uri="{FF2B5EF4-FFF2-40B4-BE49-F238E27FC236}">
                <a16:creationId xmlns:a16="http://schemas.microsoft.com/office/drawing/2014/main" id="{8A1A471A-8A28-B00F-72E9-849D5E6B7257}"/>
              </a:ext>
            </a:extLst>
          </p:cNvPr>
          <p:cNvSpPr/>
          <p:nvPr userDrawn="1"/>
        </p:nvSpPr>
        <p:spPr>
          <a:xfrm>
            <a:off x="5891213" y="562822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3528589"/>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3BB82FF-5339-5456-4D30-0C2DA7907AAE}"/>
              </a:ext>
            </a:extLst>
          </p:cNvPr>
          <p:cNvSpPr/>
          <p:nvPr userDrawn="1"/>
        </p:nvSpPr>
        <p:spPr>
          <a:xfrm>
            <a:off x="0" y="0"/>
            <a:ext cx="356616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5340096" y="1097280"/>
            <a:ext cx="6217920" cy="1828800"/>
          </a:xfrm>
        </p:spPr>
        <p:txBody>
          <a:bodyPr/>
          <a:lstStyle>
            <a:lvl1pPr>
              <a:defRPr sz="3200" spc="300"/>
            </a:lvl1pPr>
          </a:lstStyle>
          <a:p>
            <a:r>
              <a:rPr lang="en-US"/>
              <a:t>Click to edit Master title style</a:t>
            </a:r>
          </a:p>
        </p:txBody>
      </p:sp>
      <p:sp>
        <p:nvSpPr>
          <p:cNvPr id="8" name="Picture Placeholder 7">
            <a:extLst>
              <a:ext uri="{FF2B5EF4-FFF2-40B4-BE49-F238E27FC236}">
                <a16:creationId xmlns:a16="http://schemas.microsoft.com/office/drawing/2014/main" id="{2C39A257-2366-FF6B-67AD-9342B6B0B682}"/>
              </a:ext>
            </a:extLst>
          </p:cNvPr>
          <p:cNvSpPr>
            <a:spLocks noGrp="1"/>
          </p:cNvSpPr>
          <p:nvPr>
            <p:ph type="pic" sz="quarter" idx="13"/>
          </p:nvPr>
        </p:nvSpPr>
        <p:spPr>
          <a:xfrm>
            <a:off x="1298448" y="1828800"/>
            <a:ext cx="3200400" cy="3200400"/>
          </a:xfrm>
          <a:prstGeom prst="ellipse">
            <a:avLst/>
          </a:prstGeom>
        </p:spPr>
        <p:txBody>
          <a:bodyPr/>
          <a:lstStyle>
            <a:lvl1pPr marL="0" indent="0">
              <a:buNone/>
              <a:defRPr/>
            </a:lvl1pPr>
          </a:lstStyle>
          <a:p>
            <a:r>
              <a:rPr lang="en-US"/>
              <a:t>Click icon to add picture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5340096" y="3429000"/>
            <a:ext cx="6217920" cy="2743200"/>
          </a:xfrm>
        </p:spPr>
        <p:txBody>
          <a:bodyPr>
            <a:normAutofit/>
          </a:bodyPr>
          <a:lstStyle>
            <a:lvl1pPr marL="457200">
              <a:spcBef>
                <a:spcPts val="1400"/>
              </a:spcBef>
              <a:buSzPct val="80000"/>
              <a:defRPr cap="all" spc="0" baseline="0"/>
            </a:lvl1pPr>
            <a:lvl2pPr marL="914400">
              <a:buSzPct val="80000"/>
              <a:defRPr spc="0" baseline="0"/>
            </a:lvl2pPr>
            <a:lvl3pPr marL="1371600">
              <a:buSzPct val="80000"/>
              <a:defRPr spc="0" baseline="0"/>
            </a:lvl3pPr>
            <a:lvl4pPr marL="1828800">
              <a:buSzPct val="80000"/>
              <a:defRPr spc="0" baseline="0"/>
            </a:lvl4pPr>
            <a:lvl5pPr marL="2286000">
              <a:buSzPct val="80000"/>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p>
            <a:endParaRPr lang="en-US"/>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a:p>
        </p:txBody>
      </p:sp>
      <p:cxnSp>
        <p:nvCxnSpPr>
          <p:cNvPr id="5" name="Straight Connector 4">
            <a:extLst>
              <a:ext uri="{FF2B5EF4-FFF2-40B4-BE49-F238E27FC236}">
                <a16:creationId xmlns:a16="http://schemas.microsoft.com/office/drawing/2014/main" id="{ADA4A755-28B6-5A01-94AB-C3CCC4368885}"/>
              </a:ext>
            </a:extLst>
          </p:cNvPr>
          <p:cNvCxnSpPr>
            <a:cxnSpLocks/>
          </p:cNvCxnSpPr>
          <p:nvPr userDrawn="1"/>
        </p:nvCxnSpPr>
        <p:spPr>
          <a:xfrm>
            <a:off x="5340096"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133990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picture">
    <p:bg>
      <p:bgPr>
        <a:solidFill>
          <a:schemeClr val="accent2"/>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E592AF4F-2F83-7005-B3AC-6FCC7FB19140}"/>
              </a:ext>
            </a:extLst>
          </p:cNvPr>
          <p:cNvSpPr>
            <a:spLocks noGrp="1"/>
          </p:cNvSpPr>
          <p:nvPr>
            <p:ph type="pic" sz="quarter" idx="13"/>
          </p:nvPr>
        </p:nvSpPr>
        <p:spPr>
          <a:xfrm>
            <a:off x="1524000" y="1481328"/>
            <a:ext cx="9144000" cy="3895344"/>
          </a:xfrm>
          <a:solidFill>
            <a:schemeClr val="bg1"/>
          </a:solidFill>
        </p:spPr>
        <p:txBody>
          <a:bodyPr/>
          <a:lstStyle>
            <a:lvl1pPr marL="0" indent="0">
              <a:buNone/>
              <a:defRPr/>
            </a:lvl1pPr>
          </a:lstStyle>
          <a:p>
            <a:r>
              <a:rPr lang="en-US"/>
              <a:t>Click icon to add picture</a:t>
            </a:r>
          </a:p>
        </p:txBody>
      </p:sp>
      <p:sp>
        <p:nvSpPr>
          <p:cNvPr id="11" name="Title 1">
            <a:extLst>
              <a:ext uri="{FF2B5EF4-FFF2-40B4-BE49-F238E27FC236}">
                <a16:creationId xmlns:a16="http://schemas.microsoft.com/office/drawing/2014/main" id="{076C4EAC-BBDE-1963-BD72-3BD2A47DC59C}"/>
              </a:ext>
            </a:extLst>
          </p:cNvPr>
          <p:cNvSpPr>
            <a:spLocks noGrp="1"/>
          </p:cNvSpPr>
          <p:nvPr>
            <p:ph type="ctrTitle"/>
          </p:nvPr>
        </p:nvSpPr>
        <p:spPr>
          <a:xfrm>
            <a:off x="1984248" y="1920240"/>
            <a:ext cx="8229600" cy="3017520"/>
          </a:xfrm>
        </p:spPr>
        <p:txBody>
          <a:bodyPr anchor="ctr"/>
          <a:lstStyle>
            <a:lvl1pPr algn="ctr">
              <a:defRPr sz="5400"/>
            </a:lvl1pPr>
          </a:lstStyle>
          <a:p>
            <a:r>
              <a:rPr lang="en-US"/>
              <a:t>Click to edit Master title style</a:t>
            </a:r>
          </a:p>
        </p:txBody>
      </p:sp>
    </p:spTree>
    <p:extLst>
      <p:ext uri="{BB962C8B-B14F-4D97-AF65-F5344CB8AC3E}">
        <p14:creationId xmlns:p14="http://schemas.microsoft.com/office/powerpoint/2010/main" val="2415483516"/>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 picture ">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CBCF04C-49F6-66E8-41A0-B3C371944EA1}"/>
              </a:ext>
            </a:extLst>
          </p:cNvPr>
          <p:cNvSpPr/>
          <p:nvPr userDrawn="1"/>
        </p:nvSpPr>
        <p:spPr>
          <a:xfrm>
            <a:off x="6705600" y="0"/>
            <a:ext cx="5486400" cy="6858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1280160" y="3931920"/>
            <a:ext cx="5029200" cy="1828800"/>
          </a:xfrm>
        </p:spPr>
        <p:txBody>
          <a:bodyPr anchor="b" anchorCtr="0"/>
          <a:lstStyle>
            <a:lvl1pPr>
              <a:defRPr sz="3200"/>
            </a:lvl1pPr>
          </a:lstStyle>
          <a:p>
            <a:r>
              <a:rPr lang="en-US"/>
              <a:t>Click to edit Master title style</a:t>
            </a:r>
          </a:p>
        </p:txBody>
      </p:sp>
      <p:sp>
        <p:nvSpPr>
          <p:cNvPr id="9" name="Picture Placeholder 7">
            <a:extLst>
              <a:ext uri="{FF2B5EF4-FFF2-40B4-BE49-F238E27FC236}">
                <a16:creationId xmlns:a16="http://schemas.microsoft.com/office/drawing/2014/main" id="{DDE351D0-FB9C-3473-AF28-52927741728E}"/>
              </a:ext>
            </a:extLst>
          </p:cNvPr>
          <p:cNvSpPr>
            <a:spLocks noGrp="1"/>
          </p:cNvSpPr>
          <p:nvPr>
            <p:ph type="pic" sz="quarter" idx="14"/>
          </p:nvPr>
        </p:nvSpPr>
        <p:spPr>
          <a:xfrm>
            <a:off x="1280160" y="548640"/>
            <a:ext cx="3017520" cy="3017520"/>
          </a:xfrm>
          <a:prstGeom prst="ellipse">
            <a:avLst/>
          </a:prstGeom>
        </p:spPr>
        <p:txBody>
          <a:bodyPr/>
          <a:lstStyle>
            <a:lvl1pPr marL="0" indent="0">
              <a:buNone/>
              <a:defRPr/>
            </a:lvl1pPr>
          </a:lstStyle>
          <a:p>
            <a:r>
              <a:rPr lang="en-US"/>
              <a:t>Click icon to add picture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7205472" y="731520"/>
            <a:ext cx="4306824" cy="5394960"/>
          </a:xfrm>
        </p:spPr>
        <p:txBody>
          <a:bodyPr anchor="b">
            <a:normAutofit/>
          </a:bodyPr>
          <a:lstStyle>
            <a:lvl1pPr marL="457200">
              <a:spcBef>
                <a:spcPts val="1400"/>
              </a:spcBef>
              <a:buClr>
                <a:schemeClr val="tx1"/>
              </a:buClr>
              <a:buSzPct val="80000"/>
              <a:defRPr cap="all" baseline="0"/>
            </a:lvl1pPr>
            <a:lvl2pPr marL="914400">
              <a:buClr>
                <a:schemeClr val="tx1"/>
              </a:buClr>
              <a:buSzPct val="80000"/>
              <a:defRPr/>
            </a:lvl2pPr>
            <a:lvl3pPr marL="1371600">
              <a:buClr>
                <a:schemeClr val="tx1"/>
              </a:buClr>
              <a:buSzPct val="80000"/>
              <a:defRPr/>
            </a:lvl3pPr>
            <a:lvl4pPr marL="1828800">
              <a:buClr>
                <a:schemeClr val="tx1"/>
              </a:buClr>
              <a:buSzPct val="80000"/>
              <a:defRPr/>
            </a:lvl4pPr>
            <a:lvl5pPr marL="2286000">
              <a:buClr>
                <a:schemeClr val="tx1"/>
              </a:buClr>
              <a:buSzPct val="800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cxnSp>
        <p:nvCxnSpPr>
          <p:cNvPr id="10" name="Straight Connector 9">
            <a:extLst>
              <a:ext uri="{FF2B5EF4-FFF2-40B4-BE49-F238E27FC236}">
                <a16:creationId xmlns:a16="http://schemas.microsoft.com/office/drawing/2014/main" id="{C1171EC5-29BE-C106-1E9B-0CBDB598A131}"/>
              </a:ext>
            </a:extLst>
          </p:cNvPr>
          <p:cNvCxnSpPr>
            <a:cxnSpLocks/>
          </p:cNvCxnSpPr>
          <p:nvPr userDrawn="1"/>
        </p:nvCxnSpPr>
        <p:spPr>
          <a:xfrm>
            <a:off x="1298448" y="6111876"/>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6214767"/>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light blu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1280160" y="1097280"/>
            <a:ext cx="9821955" cy="914400"/>
          </a:xfrm>
        </p:spPr>
        <p:txBody>
          <a:bodyPr anchor="t" anchorCtr="0"/>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1280160" y="2377440"/>
            <a:ext cx="4663440" cy="3566160"/>
          </a:xfrm>
          <a:solidFill>
            <a:schemeClr val="accent1">
              <a:lumMod val="20000"/>
              <a:lumOff val="80000"/>
            </a:schemeClr>
          </a:solidFill>
        </p:spPr>
        <p:txBody>
          <a:bodyPr lIns="365760" tIns="365760" rIns="365760" bIns="365760">
            <a:normAutofit/>
          </a:bodyPr>
          <a:lstStyle>
            <a:lvl1pPr marL="457200">
              <a:lnSpc>
                <a:spcPct val="90000"/>
              </a:lnSpc>
              <a:spcBef>
                <a:spcPts val="1400"/>
              </a:spcBef>
              <a:buClr>
                <a:schemeClr val="tx1"/>
              </a:buClr>
              <a:buSzPct val="80000"/>
              <a:defRPr sz="1800"/>
            </a:lvl1pPr>
            <a:lvl2pPr marL="914400">
              <a:lnSpc>
                <a:spcPct val="90000"/>
              </a:lnSpc>
              <a:buClr>
                <a:schemeClr val="tx1"/>
              </a:buClr>
              <a:buSzPct val="80000"/>
              <a:defRPr sz="1600"/>
            </a:lvl2pPr>
            <a:lvl3pPr marL="1371600">
              <a:lnSpc>
                <a:spcPct val="90000"/>
              </a:lnSpc>
              <a:buClr>
                <a:schemeClr val="tx1"/>
              </a:buClr>
              <a:buSzPct val="80000"/>
              <a:defRPr sz="1400"/>
            </a:lvl3pPr>
            <a:lvl4pPr marL="1828800">
              <a:lnSpc>
                <a:spcPct val="90000"/>
              </a:lnSpc>
              <a:buClr>
                <a:schemeClr val="tx1"/>
              </a:buClr>
              <a:buSzPct val="80000"/>
              <a:defRPr sz="1200"/>
            </a:lvl4pPr>
            <a:lvl5pPr marL="2286000">
              <a:lnSpc>
                <a:spcPct val="90000"/>
              </a:lnSpc>
              <a:buClr>
                <a:schemeClr val="tx1"/>
              </a:buClr>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6309360" y="2377440"/>
            <a:ext cx="4663440" cy="3566160"/>
          </a:xfrm>
          <a:solidFill>
            <a:schemeClr val="accent1">
              <a:lumMod val="20000"/>
              <a:lumOff val="80000"/>
            </a:schemeClr>
          </a:solidFill>
        </p:spPr>
        <p:txBody>
          <a:bodyPr lIns="365760" tIns="365760" rIns="365760" bIns="365760">
            <a:normAutofit/>
          </a:bodyPr>
          <a:lstStyle>
            <a:lvl1pPr marL="457200">
              <a:lnSpc>
                <a:spcPct val="90000"/>
              </a:lnSpc>
              <a:spcBef>
                <a:spcPts val="1400"/>
              </a:spcBef>
              <a:buClr>
                <a:schemeClr val="tx1"/>
              </a:buClr>
              <a:buSzPct val="80000"/>
              <a:defRPr sz="1800"/>
            </a:lvl1pPr>
            <a:lvl2pPr marL="914400">
              <a:lnSpc>
                <a:spcPct val="90000"/>
              </a:lnSpc>
              <a:buClr>
                <a:schemeClr val="tx1"/>
              </a:buClr>
              <a:buSzPct val="80000"/>
              <a:defRPr sz="1600"/>
            </a:lvl2pPr>
            <a:lvl3pPr marL="1371600">
              <a:lnSpc>
                <a:spcPct val="90000"/>
              </a:lnSpc>
              <a:buClr>
                <a:schemeClr val="tx1"/>
              </a:buClr>
              <a:buSzPct val="80000"/>
              <a:defRPr sz="1400"/>
            </a:lvl3pPr>
            <a:lvl4pPr marL="1828800">
              <a:lnSpc>
                <a:spcPct val="90000"/>
              </a:lnSpc>
              <a:buClr>
                <a:schemeClr val="tx1"/>
              </a:buClr>
              <a:buSzPct val="80000"/>
              <a:defRPr sz="1200"/>
            </a:lvl4pPr>
            <a:lvl5pPr marL="2286000">
              <a:lnSpc>
                <a:spcPct val="90000"/>
              </a:lnSpc>
              <a:buClr>
                <a:schemeClr val="tx1"/>
              </a:buClr>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cxnSp>
        <p:nvCxnSpPr>
          <p:cNvPr id="8" name="Straight Connector 7">
            <a:extLst>
              <a:ext uri="{FF2B5EF4-FFF2-40B4-BE49-F238E27FC236}">
                <a16:creationId xmlns:a16="http://schemas.microsoft.com/office/drawing/2014/main" id="{941554B7-BB36-76F6-DD79-11088AA69E82}"/>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8108816"/>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
        <p:nvSpPr>
          <p:cNvPr id="8" name="Title 1">
            <a:extLst>
              <a:ext uri="{FF2B5EF4-FFF2-40B4-BE49-F238E27FC236}">
                <a16:creationId xmlns:a16="http://schemas.microsoft.com/office/drawing/2014/main" id="{89BC2AC2-003C-AACD-1271-F2F8FBE8FD3D}"/>
              </a:ext>
            </a:extLst>
          </p:cNvPr>
          <p:cNvSpPr>
            <a:spLocks noGrp="1"/>
          </p:cNvSpPr>
          <p:nvPr>
            <p:ph type="title"/>
          </p:nvPr>
        </p:nvSpPr>
        <p:spPr>
          <a:xfrm>
            <a:off x="1280160" y="1097280"/>
            <a:ext cx="5029200" cy="1828800"/>
          </a:xfrm>
        </p:spPr>
        <p:txBody>
          <a:bodyPr anchor="t" anchorCtr="0"/>
          <a:lstStyle>
            <a:lvl1pPr>
              <a:defRPr sz="3200"/>
            </a:lvl1pPr>
          </a:lstStyle>
          <a:p>
            <a:r>
              <a:rPr lang="en-US"/>
              <a:t>Click to edit Master title style</a:t>
            </a:r>
          </a:p>
        </p:txBody>
      </p:sp>
      <p:sp>
        <p:nvSpPr>
          <p:cNvPr id="9" name="Content Placeholder 2">
            <a:extLst>
              <a:ext uri="{FF2B5EF4-FFF2-40B4-BE49-F238E27FC236}">
                <a16:creationId xmlns:a16="http://schemas.microsoft.com/office/drawing/2014/main" id="{DD758F50-A87C-F2A1-40E8-08F07081E9C3}"/>
              </a:ext>
            </a:extLst>
          </p:cNvPr>
          <p:cNvSpPr>
            <a:spLocks noGrp="1"/>
          </p:cNvSpPr>
          <p:nvPr>
            <p:ph sz="half" idx="1"/>
          </p:nvPr>
        </p:nvSpPr>
        <p:spPr>
          <a:xfrm>
            <a:off x="6784848" y="1097280"/>
            <a:ext cx="4572000" cy="1828800"/>
          </a:xfrm>
          <a:noFill/>
        </p:spPr>
        <p:txBody>
          <a:bodyPr lIns="0" tIns="0" rIns="0" bIns="0">
            <a:normAutofit/>
          </a:bodyPr>
          <a:lstStyle>
            <a:lvl1pPr marL="457200">
              <a:spcBef>
                <a:spcPts val="1400"/>
              </a:spcBef>
              <a:buSzPct val="80000"/>
              <a:defRPr sz="1800"/>
            </a:lvl1pPr>
            <a:lvl2pPr marL="914400">
              <a:buSzPct val="80000"/>
              <a:defRPr sz="1600"/>
            </a:lvl2pPr>
            <a:lvl3pPr marL="1371600">
              <a:buSzPct val="80000"/>
              <a:defRPr sz="1400"/>
            </a:lvl3pPr>
            <a:lvl4pPr marL="1828800">
              <a:buSzPct val="80000"/>
              <a:defRPr sz="1200"/>
            </a:lvl4pPr>
            <a:lvl5pPr marL="2286000">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023B02AB-1DB6-AF79-E1B3-175C76BE57ED}"/>
              </a:ext>
            </a:extLst>
          </p:cNvPr>
          <p:cNvSpPr>
            <a:spLocks noGrp="1"/>
          </p:cNvSpPr>
          <p:nvPr>
            <p:ph sz="half" idx="2"/>
          </p:nvPr>
        </p:nvSpPr>
        <p:spPr>
          <a:xfrm>
            <a:off x="1280160" y="3172968"/>
            <a:ext cx="10076688" cy="3108960"/>
          </a:xfrm>
          <a:noFill/>
        </p:spPr>
        <p:txBody>
          <a:bodyPr lIns="0" tIns="0" rIns="0" bIns="0">
            <a:normAutofit/>
          </a:bodyPr>
          <a:lstStyle>
            <a:lvl1pPr marL="457200">
              <a:spcBef>
                <a:spcPts val="1400"/>
              </a:spcBef>
              <a:buSzPct val="80000"/>
              <a:defRPr sz="1800"/>
            </a:lvl1pPr>
            <a:lvl2pPr marL="914400">
              <a:buSzPct val="80000"/>
              <a:defRPr sz="1600"/>
            </a:lvl2pPr>
            <a:lvl3pPr marL="1371600">
              <a:buSzPct val="80000"/>
              <a:defRPr sz="1400"/>
            </a:lvl3pPr>
            <a:lvl4pPr marL="1828800">
              <a:buSzPct val="80000"/>
              <a:defRPr sz="1200"/>
            </a:lvl4pPr>
            <a:lvl5pPr marL="2286000">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Straight Connector 10">
            <a:extLst>
              <a:ext uri="{FF2B5EF4-FFF2-40B4-BE49-F238E27FC236}">
                <a16:creationId xmlns:a16="http://schemas.microsoft.com/office/drawing/2014/main" id="{C2041A78-2CBE-4D73-EF5D-E65139C79DC2}"/>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2774827"/>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white">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
        <p:nvSpPr>
          <p:cNvPr id="8" name="Title 1">
            <a:extLst>
              <a:ext uri="{FF2B5EF4-FFF2-40B4-BE49-F238E27FC236}">
                <a16:creationId xmlns:a16="http://schemas.microsoft.com/office/drawing/2014/main" id="{89BC2AC2-003C-AACD-1271-F2F8FBE8FD3D}"/>
              </a:ext>
            </a:extLst>
          </p:cNvPr>
          <p:cNvSpPr>
            <a:spLocks noGrp="1"/>
          </p:cNvSpPr>
          <p:nvPr>
            <p:ph type="title"/>
          </p:nvPr>
        </p:nvSpPr>
        <p:spPr>
          <a:xfrm>
            <a:off x="1280160" y="1097280"/>
            <a:ext cx="9820656" cy="914400"/>
          </a:xfrm>
        </p:spPr>
        <p:txBody>
          <a:bodyPr anchor="t" anchorCtr="0"/>
          <a:lstStyle>
            <a:lvl1pPr>
              <a:defRPr sz="3200"/>
            </a:lvl1pPr>
          </a:lstStyle>
          <a:p>
            <a:r>
              <a:rPr lang="en-US"/>
              <a:t>Click to edit Master title style</a:t>
            </a:r>
          </a:p>
        </p:txBody>
      </p:sp>
      <p:sp>
        <p:nvSpPr>
          <p:cNvPr id="9" name="Content Placeholder 2">
            <a:extLst>
              <a:ext uri="{FF2B5EF4-FFF2-40B4-BE49-F238E27FC236}">
                <a16:creationId xmlns:a16="http://schemas.microsoft.com/office/drawing/2014/main" id="{DD758F50-A87C-F2A1-40E8-08F07081E9C3}"/>
              </a:ext>
            </a:extLst>
          </p:cNvPr>
          <p:cNvSpPr>
            <a:spLocks noGrp="1"/>
          </p:cNvSpPr>
          <p:nvPr>
            <p:ph sz="half" idx="1"/>
          </p:nvPr>
        </p:nvSpPr>
        <p:spPr>
          <a:xfrm>
            <a:off x="1280160" y="2377440"/>
            <a:ext cx="4572000" cy="3429000"/>
          </a:xfrm>
          <a:noFill/>
        </p:spPr>
        <p:txBody>
          <a:bodyPr lIns="0" tIns="0" rIns="0" bIns="0">
            <a:normAutofit/>
          </a:bodyPr>
          <a:lstStyle>
            <a:lvl1pPr marL="228600" indent="-228600">
              <a:lnSpc>
                <a:spcPct val="90000"/>
              </a:lnSpc>
              <a:spcBef>
                <a:spcPts val="1400"/>
              </a:spcBef>
              <a:buSzPct val="80000"/>
              <a:defRPr sz="1800" b="1"/>
            </a:lvl1pPr>
            <a:lvl2pPr marL="457200" indent="0">
              <a:lnSpc>
                <a:spcPct val="90000"/>
              </a:lnSpc>
              <a:spcBef>
                <a:spcPts val="1400"/>
              </a:spcBef>
              <a:buSzPct val="80000"/>
              <a:buNone/>
              <a:defRPr sz="1800"/>
            </a:lvl2pPr>
            <a:lvl3pPr marL="914400">
              <a:lnSpc>
                <a:spcPct val="90000"/>
              </a:lnSpc>
              <a:spcBef>
                <a:spcPts val="1400"/>
              </a:spcBef>
              <a:buSzPct val="80000"/>
              <a:defRPr sz="1800"/>
            </a:lvl3pPr>
            <a:lvl4pPr marL="914400" indent="0">
              <a:lnSpc>
                <a:spcPct val="90000"/>
              </a:lnSpc>
              <a:spcBef>
                <a:spcPts val="1400"/>
              </a:spcBef>
              <a:buSzPct val="80000"/>
              <a:buNone/>
              <a:defRPr sz="1800"/>
            </a:lvl4pPr>
            <a:lvl5pPr marL="1371600">
              <a:lnSpc>
                <a:spcPct val="90000"/>
              </a:lnSpc>
              <a:spcBef>
                <a:spcPts val="1400"/>
              </a:spcBef>
              <a:buSzPct val="80000"/>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023B02AB-1DB6-AF79-E1B3-175C76BE57ED}"/>
              </a:ext>
            </a:extLst>
          </p:cNvPr>
          <p:cNvSpPr>
            <a:spLocks noGrp="1"/>
          </p:cNvSpPr>
          <p:nvPr>
            <p:ph sz="half" idx="2"/>
          </p:nvPr>
        </p:nvSpPr>
        <p:spPr>
          <a:xfrm>
            <a:off x="6227064" y="2377440"/>
            <a:ext cx="4645152" cy="3429000"/>
          </a:xfrm>
          <a:noFill/>
        </p:spPr>
        <p:txBody>
          <a:bodyPr lIns="0" tIns="0" rIns="0" bIns="0">
            <a:normAutofit/>
          </a:bodyPr>
          <a:lstStyle>
            <a:lvl1pPr marL="457200">
              <a:spcBef>
                <a:spcPts val="1400"/>
              </a:spcBef>
              <a:buSzPct val="80000"/>
              <a:defRPr sz="1800"/>
            </a:lvl1pPr>
            <a:lvl2pPr marL="914400">
              <a:buSzPct val="80000"/>
              <a:defRPr sz="1800"/>
            </a:lvl2pPr>
            <a:lvl3pPr marL="1371600">
              <a:buSzPct val="80000"/>
              <a:defRPr sz="1800"/>
            </a:lvl3pPr>
            <a:lvl4pPr marL="1828800">
              <a:buSzPct val="80000"/>
              <a:defRPr sz="1800"/>
            </a:lvl4pPr>
            <a:lvl5pPr marL="2286000">
              <a:buSzPct val="80000"/>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Straight Connector 10">
            <a:extLst>
              <a:ext uri="{FF2B5EF4-FFF2-40B4-BE49-F238E27FC236}">
                <a16:creationId xmlns:a16="http://schemas.microsoft.com/office/drawing/2014/main" id="{C2041A78-2CBE-4D73-EF5D-E65139C79DC2}"/>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242414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
        <p:nvSpPr>
          <p:cNvPr id="3" name="Title 1">
            <a:extLst>
              <a:ext uri="{FF2B5EF4-FFF2-40B4-BE49-F238E27FC236}">
                <a16:creationId xmlns:a16="http://schemas.microsoft.com/office/drawing/2014/main" id="{A659BA83-0C6E-2A70-AED3-E386CABE654A}"/>
              </a:ext>
            </a:extLst>
          </p:cNvPr>
          <p:cNvSpPr>
            <a:spLocks noGrp="1"/>
          </p:cNvSpPr>
          <p:nvPr>
            <p:ph type="title"/>
          </p:nvPr>
        </p:nvSpPr>
        <p:spPr>
          <a:xfrm>
            <a:off x="1280160" y="1097280"/>
            <a:ext cx="9601200" cy="914400"/>
          </a:xfrm>
        </p:spPr>
        <p:txBody>
          <a:bodyPr anchor="t" anchorCtr="0"/>
          <a:lstStyle>
            <a:lvl1pPr>
              <a:defRPr sz="3200"/>
            </a:lvl1pPr>
          </a:lstStyle>
          <a:p>
            <a:r>
              <a:rPr lang="en-US"/>
              <a:t>Click to edit Master title style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1280160" y="2377440"/>
            <a:ext cx="9619488" cy="3429000"/>
          </a:xfrm>
        </p:spPr>
        <p:txBody>
          <a:bodyPr/>
          <a:lstStyle>
            <a:lvl1pPr marL="0" indent="0">
              <a:buNone/>
              <a:defRPr/>
            </a:lvl1pPr>
          </a:lstStyle>
          <a:p>
            <a:r>
              <a:rPr lang="en-US"/>
              <a:t>Click icon to add table</a:t>
            </a:r>
          </a:p>
        </p:txBody>
      </p:sp>
      <p:cxnSp>
        <p:nvCxnSpPr>
          <p:cNvPr id="7" name="Straight Connector 6">
            <a:extLst>
              <a:ext uri="{FF2B5EF4-FFF2-40B4-BE49-F238E27FC236}">
                <a16:creationId xmlns:a16="http://schemas.microsoft.com/office/drawing/2014/main" id="{5D612406-06E6-DCE4-7F2F-D98836A802A6}"/>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5889378"/>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g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1280160" y="1097280"/>
            <a:ext cx="9821955" cy="914400"/>
          </a:xfrm>
        </p:spPr>
        <p:txBody>
          <a:bodyPr anchor="t" anchorCtr="0"/>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1280160" y="2377440"/>
            <a:ext cx="4663440" cy="3566160"/>
          </a:xfrm>
          <a:solidFill>
            <a:schemeClr val="accent4"/>
          </a:solidFill>
        </p:spPr>
        <p:txBody>
          <a:bodyPr lIns="365760" tIns="365760" rIns="365760" bIns="365760">
            <a:normAutofit/>
          </a:bodyPr>
          <a:lstStyle>
            <a:lvl1pPr marL="457200">
              <a:spcBef>
                <a:spcPts val="1400"/>
              </a:spcBef>
              <a:buClr>
                <a:schemeClr val="tx1"/>
              </a:buClr>
              <a:buSzPct val="80000"/>
              <a:defRPr sz="1800"/>
            </a:lvl1pPr>
            <a:lvl2pPr marL="914400">
              <a:buClr>
                <a:schemeClr val="tx1"/>
              </a:buClr>
              <a:buSzPct val="80000"/>
              <a:defRPr sz="1600"/>
            </a:lvl2pPr>
            <a:lvl3pPr marL="1371600">
              <a:buClr>
                <a:schemeClr val="tx1"/>
              </a:buClr>
              <a:buSzPct val="80000"/>
              <a:defRPr sz="1400"/>
            </a:lvl3pPr>
            <a:lvl4pPr marL="1828800">
              <a:buClr>
                <a:schemeClr val="tx1"/>
              </a:buClr>
              <a:buSzPct val="80000"/>
              <a:defRPr sz="1200"/>
            </a:lvl4pPr>
            <a:lvl5pPr marL="2286000">
              <a:buClr>
                <a:schemeClr val="tx1"/>
              </a:buClr>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6309360" y="2377440"/>
            <a:ext cx="4663440" cy="3566160"/>
          </a:xfrm>
          <a:solidFill>
            <a:schemeClr val="accent4"/>
          </a:solidFill>
        </p:spPr>
        <p:txBody>
          <a:bodyPr lIns="365760" tIns="365760" rIns="365760" bIns="365760">
            <a:normAutofit/>
          </a:bodyPr>
          <a:lstStyle>
            <a:lvl1pPr marL="457200">
              <a:spcBef>
                <a:spcPts val="1400"/>
              </a:spcBef>
              <a:buClr>
                <a:schemeClr val="tx1"/>
              </a:buClr>
              <a:buSzPct val="80000"/>
              <a:defRPr sz="1800" cap="all" baseline="0"/>
            </a:lvl1pPr>
            <a:lvl2pPr marL="914400">
              <a:buClr>
                <a:schemeClr val="tx1"/>
              </a:buClr>
              <a:buSzPct val="80000"/>
              <a:defRPr sz="1600"/>
            </a:lvl2pPr>
            <a:lvl3pPr marL="1371600">
              <a:buClr>
                <a:schemeClr val="tx1"/>
              </a:buClr>
              <a:buSzPct val="80000"/>
              <a:defRPr sz="1400"/>
            </a:lvl3pPr>
            <a:lvl4pPr marL="1828800">
              <a:buClr>
                <a:schemeClr val="tx1"/>
              </a:buClr>
              <a:buSzPct val="80000"/>
              <a:defRPr sz="1200"/>
            </a:lvl4pPr>
            <a:lvl5pPr marL="2286000">
              <a:buClr>
                <a:schemeClr val="tx1"/>
              </a:buClr>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cxnSp>
        <p:nvCxnSpPr>
          <p:cNvPr id="8" name="Straight Connector 7">
            <a:extLst>
              <a:ext uri="{FF2B5EF4-FFF2-40B4-BE49-F238E27FC236}">
                <a16:creationId xmlns:a16="http://schemas.microsoft.com/office/drawing/2014/main" id="{941554B7-BB36-76F6-DD79-11088AA69E82}"/>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339626"/>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1"/>
        </a:solidFill>
        <a:effectLst/>
      </p:bgPr>
    </p:bg>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ABAFD431-F46D-3701-6A51-738ADAF3A5E3}"/>
              </a:ext>
            </a:extLst>
          </p:cNvPr>
          <p:cNvSpPr>
            <a:spLocks noGrp="1"/>
          </p:cNvSpPr>
          <p:nvPr>
            <p:ph type="title"/>
          </p:nvPr>
        </p:nvSpPr>
        <p:spPr>
          <a:xfrm>
            <a:off x="841248" y="3163824"/>
            <a:ext cx="10515600" cy="2322576"/>
          </a:xfrm>
          <a:prstGeom prst="rect">
            <a:avLst/>
          </a:prstGeom>
          <a:noFill/>
        </p:spPr>
        <p:txBody>
          <a:bodyPr wrap="square" bIns="0" anchor="ctr">
            <a:noAutofit/>
          </a:bodyPr>
          <a:lstStyle>
            <a:lvl1pPr algn="ctr">
              <a:defRPr sz="5400"/>
            </a:lvl1pPr>
          </a:lstStyle>
          <a:p>
            <a:r>
              <a:rPr lang="en-US"/>
              <a:t>Click to edit Master title style</a:t>
            </a:r>
          </a:p>
        </p:txBody>
      </p:sp>
      <p:sp>
        <p:nvSpPr>
          <p:cNvPr id="11" name="Picture Placeholder 10">
            <a:extLst>
              <a:ext uri="{FF2B5EF4-FFF2-40B4-BE49-F238E27FC236}">
                <a16:creationId xmlns:a16="http://schemas.microsoft.com/office/drawing/2014/main" id="{CAFD788D-D699-2BA7-3637-AA3B48C09084}"/>
              </a:ext>
            </a:extLst>
          </p:cNvPr>
          <p:cNvSpPr>
            <a:spLocks noGrp="1"/>
          </p:cNvSpPr>
          <p:nvPr>
            <p:ph type="pic" sz="quarter" idx="13"/>
          </p:nvPr>
        </p:nvSpPr>
        <p:spPr>
          <a:xfrm>
            <a:off x="4953000" y="548640"/>
            <a:ext cx="2286000" cy="2286000"/>
          </a:xfrm>
          <a:prstGeom prst="ellipse">
            <a:avLst/>
          </a:prstGeom>
        </p:spPr>
        <p:txBody>
          <a:bodyPr anchor="t"/>
          <a:lstStyle>
            <a:lvl1pPr marL="0" indent="0" algn="ctr">
              <a:buNone/>
              <a:defRPr sz="1050">
                <a:solidFill>
                  <a:schemeClr val="tx1"/>
                </a:solidFill>
              </a:defRPr>
            </a:lvl1pPr>
          </a:lstStyle>
          <a:p>
            <a:r>
              <a:rPr lang="en-US"/>
              <a:t>Click icon to add picture</a:t>
            </a:r>
          </a:p>
        </p:txBody>
      </p:sp>
      <p:sp>
        <p:nvSpPr>
          <p:cNvPr id="13" name="Text Placeholder 12">
            <a:extLst>
              <a:ext uri="{FF2B5EF4-FFF2-40B4-BE49-F238E27FC236}">
                <a16:creationId xmlns:a16="http://schemas.microsoft.com/office/drawing/2014/main" id="{7808A0C0-A02B-D1C7-6DE5-CA25624AD099}"/>
              </a:ext>
            </a:extLst>
          </p:cNvPr>
          <p:cNvSpPr>
            <a:spLocks noGrp="1"/>
          </p:cNvSpPr>
          <p:nvPr>
            <p:ph type="body" sz="quarter" idx="14"/>
          </p:nvPr>
        </p:nvSpPr>
        <p:spPr>
          <a:xfrm>
            <a:off x="1572768" y="6044184"/>
            <a:ext cx="9116568" cy="365760"/>
          </a:xfrm>
        </p:spPr>
        <p:txBody>
          <a:bodyPr anchor="t"/>
          <a:lstStyle>
            <a:lvl1pPr marL="0" indent="0" algn="ctr">
              <a:lnSpc>
                <a:spcPct val="90000"/>
              </a:lnSpc>
              <a:spcBef>
                <a:spcPts val="0"/>
              </a:spcBef>
              <a:buNone/>
              <a:defRPr sz="2400" cap="all" baseline="0"/>
            </a:lvl1pPr>
          </a:lstStyle>
          <a:p>
            <a:pPr lvl="0"/>
            <a:r>
              <a:rPr lang="en-US"/>
              <a:t>Click to edit Master text styles</a:t>
            </a:r>
          </a:p>
        </p:txBody>
      </p:sp>
      <p:sp>
        <p:nvSpPr>
          <p:cNvPr id="3" name="Rectangle 2">
            <a:extLst>
              <a:ext uri="{FF2B5EF4-FFF2-40B4-BE49-F238E27FC236}">
                <a16:creationId xmlns:a16="http://schemas.microsoft.com/office/drawing/2014/main" id="{7ECE7D81-1954-1B1F-C0AC-21C85AFD3C1E}"/>
              </a:ext>
            </a:extLst>
          </p:cNvPr>
          <p:cNvSpPr/>
          <p:nvPr userDrawn="1"/>
        </p:nvSpPr>
        <p:spPr>
          <a:xfrm>
            <a:off x="5891213" y="562822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9110551"/>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1295400" y="609600"/>
            <a:ext cx="9821955" cy="1256118"/>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1295400" y="1855945"/>
            <a:ext cx="9821955"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Slide Number Placeholder 20">
            <a:extLst>
              <a:ext uri="{FF2B5EF4-FFF2-40B4-BE49-F238E27FC236}">
                <a16:creationId xmlns:a16="http://schemas.microsoft.com/office/drawing/2014/main" id="{78A08F60-CEF1-832D-D403-282EA76CBEF2}"/>
              </a:ext>
            </a:extLst>
          </p:cNvPr>
          <p:cNvSpPr>
            <a:spLocks noGrp="1"/>
          </p:cNvSpPr>
          <p:nvPr>
            <p:ph type="sldNum" sz="quarter" idx="4"/>
          </p:nvPr>
        </p:nvSpPr>
        <p:spPr>
          <a:xfrm>
            <a:off x="420624" y="6019801"/>
            <a:ext cx="457200" cy="184150"/>
          </a:xfrm>
          <a:prstGeom prst="rect">
            <a:avLst/>
          </a:prstGeom>
        </p:spPr>
        <p:txBody>
          <a:bodyPr vert="horz" lIns="0" tIns="0" rIns="0" bIns="0" rtlCol="0" anchor="ctr"/>
          <a:lstStyle>
            <a:lvl1pPr algn="ctr">
              <a:defRPr sz="1200" cap="all" spc="200" baseline="0">
                <a:solidFill>
                  <a:schemeClr val="accent1"/>
                </a:solidFill>
                <a:latin typeface="Posterama" panose="020B0504020200020000" pitchFamily="34" charset="0"/>
              </a:defRPr>
            </a:lvl1pPr>
          </a:lstStyle>
          <a:p>
            <a:fld id="{75DF2D63-3FF5-D547-96B9-BE9CCD1ABA58}" type="slidenum">
              <a:rPr lang="en-US" smtClean="0"/>
              <a:pPr/>
              <a:t>‹#›</a:t>
            </a:fld>
            <a:endParaRPr lang="en-US"/>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74" r:id="rId3"/>
    <p:sldLayoutId id="2147483675" r:id="rId4"/>
    <p:sldLayoutId id="2147483664" r:id="rId5"/>
    <p:sldLayoutId id="2147483676" r:id="rId6"/>
    <p:sldLayoutId id="2147483677" r:id="rId7"/>
    <p:sldLayoutId id="2147483681" r:id="rId8"/>
    <p:sldLayoutId id="2147483682" r:id="rId9"/>
    <p:sldLayoutId id="2147483683" r:id="rId10"/>
    <p:sldLayoutId id="2147483680" r:id="rId11"/>
    <p:sldLayoutId id="2147483684" r:id="rId12"/>
    <p:sldLayoutId id="2147483673" r:id="rId13"/>
  </p:sldLayoutIdLst>
  <p:hf hdr="0" ftr="0" dt="0"/>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Posterama" panose="020B0504020200020000" pitchFamily="34" charset="0"/>
        </a:defRPr>
      </a:lvl1pPr>
    </p:titleStyle>
    <p:bodyStyle>
      <a:lvl1pPr marL="228600" indent="-457200" algn="l" defTabSz="914400" rtl="0" eaLnBrk="1" latinLnBrk="0" hangingPunct="1">
        <a:lnSpc>
          <a:spcPct val="100000"/>
        </a:lnSpc>
        <a:spcBef>
          <a:spcPts val="1000"/>
        </a:spcBef>
        <a:buClr>
          <a:schemeClr val="accent1"/>
        </a:buClr>
        <a:buFont typeface="Courier New" panose="02070309020205020404" pitchFamily="49" charset="0"/>
        <a:buChar char="o"/>
        <a:defRPr sz="2400" b="0" i="0" kern="1200" cap="none" baseline="0">
          <a:solidFill>
            <a:schemeClr val="tx1"/>
          </a:solidFill>
          <a:latin typeface="+mn-lt"/>
          <a:ea typeface="+mn-ea"/>
          <a:cs typeface="+mn-cs"/>
        </a:defRPr>
      </a:lvl1pPr>
      <a:lvl2pPr marL="685800" indent="-457200" algn="l" defTabSz="914400" rtl="0" eaLnBrk="1" latinLnBrk="0" hangingPunct="1">
        <a:lnSpc>
          <a:spcPct val="100000"/>
        </a:lnSpc>
        <a:spcBef>
          <a:spcPts val="500"/>
        </a:spcBef>
        <a:buClr>
          <a:schemeClr val="accent1"/>
        </a:buClr>
        <a:buFont typeface="Courier New" panose="02070309020205020404" pitchFamily="49" charset="0"/>
        <a:buChar char="o"/>
        <a:defRPr sz="2000" b="0" i="0" kern="1200" baseline="0">
          <a:solidFill>
            <a:schemeClr val="tx1"/>
          </a:solidFill>
          <a:latin typeface="+mn-lt"/>
          <a:ea typeface="+mn-ea"/>
          <a:cs typeface="+mn-cs"/>
        </a:defRPr>
      </a:lvl2pPr>
      <a:lvl3pPr marL="1143000" indent="-457200" algn="l" defTabSz="914400" rtl="0" eaLnBrk="1" latinLnBrk="0" hangingPunct="1">
        <a:lnSpc>
          <a:spcPct val="100000"/>
        </a:lnSpc>
        <a:spcBef>
          <a:spcPts val="500"/>
        </a:spcBef>
        <a:buClr>
          <a:schemeClr val="accent1"/>
        </a:buClr>
        <a:buFont typeface="Courier New" panose="02070309020205020404" pitchFamily="49" charset="0"/>
        <a:buChar char="o"/>
        <a:defRPr sz="1800" b="0" i="0" kern="1200" baseline="0">
          <a:solidFill>
            <a:schemeClr val="tx1"/>
          </a:solidFill>
          <a:latin typeface="+mn-lt"/>
          <a:ea typeface="+mn-ea"/>
          <a:cs typeface="+mn-cs"/>
        </a:defRPr>
      </a:lvl3pPr>
      <a:lvl4pPr marL="1600200" indent="-457200" algn="l" defTabSz="914400" rtl="0" eaLnBrk="1" latinLnBrk="0" hangingPunct="1">
        <a:lnSpc>
          <a:spcPct val="100000"/>
        </a:lnSpc>
        <a:spcBef>
          <a:spcPts val="500"/>
        </a:spcBef>
        <a:buClr>
          <a:schemeClr val="accent1"/>
        </a:buClr>
        <a:buFont typeface="Courier New" panose="02070309020205020404" pitchFamily="49" charset="0"/>
        <a:buChar char="o"/>
        <a:defRPr sz="1600" b="0" i="0" kern="1200" baseline="0">
          <a:solidFill>
            <a:schemeClr val="tx1"/>
          </a:solidFill>
          <a:latin typeface="+mn-lt"/>
          <a:ea typeface="+mn-ea"/>
          <a:cs typeface="+mn-cs"/>
        </a:defRPr>
      </a:lvl4pPr>
      <a:lvl5pPr marL="2057400" indent="-457200" algn="l" defTabSz="914400" rtl="0" eaLnBrk="1" latinLnBrk="0" hangingPunct="1">
        <a:lnSpc>
          <a:spcPct val="100000"/>
        </a:lnSpc>
        <a:spcBef>
          <a:spcPts val="500"/>
        </a:spcBef>
        <a:buClr>
          <a:schemeClr val="accent1"/>
        </a:buClr>
        <a:buFont typeface="Courier New" panose="02070309020205020404" pitchFamily="49" charset="0"/>
        <a:buChar char="o"/>
        <a:defRPr sz="1400" b="0" i="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396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8" Type="http://schemas.openxmlformats.org/officeDocument/2006/relationships/hyperlink" Target="https://lore.kernel.org/all/20250420194030.75838-1-sj@kernel.org/" TargetMode="External"/><Relationship Id="rId3" Type="http://schemas.openxmlformats.org/officeDocument/2006/relationships/hyperlink" Target="https://www.fujitsu.com/jp/documents/products/software/os/linux/catalog/Exploring_CXL_Memory_Configuration_and_Emulation.pdf" TargetMode="External"/><Relationship Id="rId7" Type="http://schemas.openxmlformats.org/officeDocument/2006/relationships/hyperlink" Target="https://www.qemu.org/docs/master/system/qemu-manpage.html" TargetMode="External"/><Relationship Id="rId2" Type="http://schemas.openxmlformats.org/officeDocument/2006/relationships/hyperlink" Target="https://www.qemu.org/docs/master/system/devices/cxl.html" TargetMode="External"/><Relationship Id="rId1" Type="http://schemas.openxmlformats.org/officeDocument/2006/relationships/slideLayout" Target="../slideLayouts/slideLayout2.xml"/><Relationship Id="rId6" Type="http://schemas.openxmlformats.org/officeDocument/2006/relationships/hyperlink" Target="https://lkml.org/lkml/2024/3/27/240" TargetMode="External"/><Relationship Id="rId11" Type="http://schemas.openxmlformats.org/officeDocument/2006/relationships/hyperlink" Target="https://github.com/RoopamTaneja/epfl-research-intern-roopam/blob/main/docs_created/qemu-cxl-hmsdk.pdf" TargetMode="External"/><Relationship Id="rId5" Type="http://schemas.openxmlformats.org/officeDocument/2006/relationships/hyperlink" Target="https://gitlab.com/qemu-project/qemu/-/issues/3075" TargetMode="External"/><Relationship Id="rId10" Type="http://schemas.openxmlformats.org/officeDocument/2006/relationships/hyperlink" Target="https://github.com/damonitor/damo/issues/34" TargetMode="External"/><Relationship Id="rId4" Type="http://schemas.openxmlformats.org/officeDocument/2006/relationships/hyperlink" Target="https://doi.org/10.1145/3626203.3670533" TargetMode="External"/><Relationship Id="rId9" Type="http://schemas.openxmlformats.org/officeDocument/2006/relationships/hyperlink" Target="https://lore.kernel.org/damon/20250717055448.56976-1-sj@kernel.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05E10E9-9AB7-0642-D4C4-DDFDAB7B5B2C}"/>
              </a:ext>
            </a:extLst>
          </p:cNvPr>
          <p:cNvSpPr>
            <a:spLocks noGrp="1"/>
          </p:cNvSpPr>
          <p:nvPr>
            <p:ph type="title"/>
          </p:nvPr>
        </p:nvSpPr>
        <p:spPr>
          <a:xfrm>
            <a:off x="1061884" y="2083535"/>
            <a:ext cx="10068232" cy="1945231"/>
          </a:xfrm>
        </p:spPr>
        <p:txBody>
          <a:bodyPr/>
          <a:lstStyle/>
          <a:p>
            <a:br>
              <a:rPr lang="en-US" sz="4400" dirty="0">
                <a:latin typeface="Aptos ExtraBold" panose="020F0502020204030204" pitchFamily="34" charset="0"/>
                <a:cs typeface="Posterama"/>
              </a:rPr>
            </a:br>
            <a:r>
              <a:rPr lang="en-US" sz="4200" cap="none" dirty="0"/>
              <a:t>Understanding Index Structures for Tiered Memory</a:t>
            </a:r>
            <a:br>
              <a:rPr lang="en-US" sz="3600" dirty="0"/>
            </a:br>
            <a:br>
              <a:rPr lang="en-US" sz="3600" dirty="0"/>
            </a:br>
            <a:r>
              <a:rPr lang="en-US" sz="4800" dirty="0">
                <a:latin typeface="Aptos ExtraBold" panose="020F0502020204030204" pitchFamily="34" charset="0"/>
                <a:cs typeface="Posterama"/>
              </a:rPr>
              <a:t>rs3 lab, </a:t>
            </a:r>
            <a:r>
              <a:rPr lang="en-US" sz="4800" dirty="0" err="1">
                <a:latin typeface="Aptos ExtraBold" panose="020F0502020204030204" pitchFamily="34" charset="0"/>
                <a:cs typeface="Posterama"/>
              </a:rPr>
              <a:t>epfl</a:t>
            </a:r>
            <a:br>
              <a:rPr lang="en-US" sz="3600" dirty="0">
                <a:latin typeface="Aptos ExtraBold" panose="020F0502020204030204" pitchFamily="34" charset="0"/>
                <a:cs typeface="Posterama"/>
              </a:rPr>
            </a:br>
            <a:endParaRPr lang="en-US" sz="3600" dirty="0">
              <a:latin typeface="Aptos ExtraBold" panose="020F0502020204030204" pitchFamily="34" charset="0"/>
            </a:endParaRPr>
          </a:p>
        </p:txBody>
      </p:sp>
      <p:sp>
        <p:nvSpPr>
          <p:cNvPr id="2" name="Subtitle 1">
            <a:extLst>
              <a:ext uri="{FF2B5EF4-FFF2-40B4-BE49-F238E27FC236}">
                <a16:creationId xmlns:a16="http://schemas.microsoft.com/office/drawing/2014/main" id="{A1307D8B-2864-21B6-1CE1-B605F29281C5}"/>
              </a:ext>
            </a:extLst>
          </p:cNvPr>
          <p:cNvSpPr>
            <a:spLocks noGrp="1"/>
          </p:cNvSpPr>
          <p:nvPr>
            <p:ph type="subTitle" idx="1"/>
          </p:nvPr>
        </p:nvSpPr>
        <p:spPr>
          <a:xfrm>
            <a:off x="1524000" y="5846261"/>
            <a:ext cx="9144000" cy="617574"/>
          </a:xfrm>
        </p:spPr>
        <p:txBody>
          <a:bodyPr vert="horz" lIns="0" tIns="0" rIns="0" bIns="0" rtlCol="0" anchor="t">
            <a:noAutofit/>
          </a:bodyPr>
          <a:lstStyle/>
          <a:p>
            <a:r>
              <a:rPr lang="en-US" sz="3000"/>
              <a:t>Roopam </a:t>
            </a:r>
            <a:r>
              <a:rPr lang="en-US" sz="3000" err="1"/>
              <a:t>taneja</a:t>
            </a:r>
            <a:endParaRPr lang="en-US" sz="3000"/>
          </a:p>
        </p:txBody>
      </p:sp>
    </p:spTree>
    <p:extLst>
      <p:ext uri="{BB962C8B-B14F-4D97-AF65-F5344CB8AC3E}">
        <p14:creationId xmlns:p14="http://schemas.microsoft.com/office/powerpoint/2010/main" val="855215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1A4909-37ED-151D-26F9-0B141D40CCC4}"/>
              </a:ext>
            </a:extLst>
          </p:cNvPr>
          <p:cNvSpPr>
            <a:spLocks noGrp="1"/>
          </p:cNvSpPr>
          <p:nvPr>
            <p:ph sz="half" idx="1"/>
          </p:nvPr>
        </p:nvSpPr>
        <p:spPr>
          <a:xfrm>
            <a:off x="1289992" y="1789472"/>
            <a:ext cx="10491216" cy="4041058"/>
          </a:xfrm>
        </p:spPr>
        <p:txBody>
          <a:bodyPr vert="horz" lIns="0" tIns="0" rIns="0" bIns="0" rtlCol="0" anchor="t">
            <a:noAutofit/>
          </a:bodyPr>
          <a:lstStyle/>
          <a:p>
            <a:pPr>
              <a:spcBef>
                <a:spcPts val="0"/>
              </a:spcBef>
              <a:spcAft>
                <a:spcPts val="570"/>
              </a:spcAft>
              <a:buClr>
                <a:srgbClr val="002060"/>
              </a:buClr>
              <a:buFont typeface="Arial" panose="020B0604020202020204" pitchFamily="34" charset="0"/>
              <a:buChar char="•"/>
            </a:pPr>
            <a:r>
              <a:rPr lang="en-US" sz="2000" b="0" dirty="0">
                <a:latin typeface="Daytona Condensed" panose="020B0506030503040204" pitchFamily="34" charset="0"/>
                <a:cs typeface="Segoe UI"/>
              </a:rPr>
              <a:t>Benchmarking and understanding </a:t>
            </a:r>
            <a:r>
              <a:rPr lang="en-US" sz="2000" b="0" dirty="0" err="1">
                <a:latin typeface="Daytona Condensed" panose="020B0506030503040204" pitchFamily="34" charset="0"/>
                <a:cs typeface="Segoe UI"/>
              </a:rPr>
              <a:t>behaviour</a:t>
            </a:r>
            <a:r>
              <a:rPr lang="en-US" sz="2000" b="0" dirty="0">
                <a:latin typeface="Daytona Condensed" panose="020B0506030503040204" pitchFamily="34" charset="0"/>
                <a:cs typeface="Segoe UI"/>
              </a:rPr>
              <a:t> of index structures using </a:t>
            </a:r>
            <a:r>
              <a:rPr lang="en-US" sz="2000" b="0" dirty="0" err="1">
                <a:latin typeface="Daytona Condensed" panose="020B0506030503040204" pitchFamily="34" charset="0"/>
                <a:cs typeface="Segoe UI"/>
              </a:rPr>
              <a:t>PiBench</a:t>
            </a:r>
            <a:r>
              <a:rPr lang="en-US" sz="2000" b="0" dirty="0">
                <a:latin typeface="Daytona Condensed" panose="020B0506030503040204" pitchFamily="34" charset="0"/>
                <a:cs typeface="Segoe UI"/>
              </a:rPr>
              <a:t> (also used in </a:t>
            </a:r>
            <a:r>
              <a:rPr lang="en-US" sz="2000" b="0" dirty="0" err="1">
                <a:latin typeface="Daytona Condensed" panose="020B0506030503040204" pitchFamily="34" charset="0"/>
                <a:cs typeface="Segoe UI"/>
              </a:rPr>
              <a:t>OptiQL</a:t>
            </a:r>
            <a:r>
              <a:rPr lang="en-US" sz="2000" b="0" dirty="0">
                <a:latin typeface="Daytona Condensed" panose="020B0506030503040204" pitchFamily="34" charset="0"/>
                <a:cs typeface="Segoe UI"/>
              </a:rPr>
              <a:t>) for tiered memory (with a remote CXL-enabled node) under different tiering schemes : </a:t>
            </a:r>
            <a:r>
              <a:rPr lang="en-US" sz="2000" b="0" dirty="0" err="1">
                <a:solidFill>
                  <a:srgbClr val="0070C0"/>
                </a:solidFill>
                <a:latin typeface="Daytona Condensed" panose="020B0506030503040204" pitchFamily="34" charset="0"/>
                <a:cs typeface="Segoe UI"/>
              </a:rPr>
              <a:t>TPP+AutoNUMA</a:t>
            </a:r>
            <a:r>
              <a:rPr lang="en-US" sz="2000" b="0" dirty="0">
                <a:latin typeface="Daytona Condensed" panose="020B0506030503040204" pitchFamily="34" charset="0"/>
                <a:cs typeface="Segoe UI"/>
              </a:rPr>
              <a:t> and </a:t>
            </a:r>
            <a:r>
              <a:rPr lang="en-US" sz="2000" b="0" dirty="0">
                <a:solidFill>
                  <a:srgbClr val="00B050"/>
                </a:solidFill>
                <a:latin typeface="Daytona Condensed" panose="020B0506030503040204" pitchFamily="34" charset="0"/>
                <a:cs typeface="Segoe UI"/>
              </a:rPr>
              <a:t>DAMON</a:t>
            </a:r>
            <a:r>
              <a:rPr lang="en-US" sz="2000" b="0" dirty="0">
                <a:latin typeface="Daytona Condensed" panose="020B0506030503040204" pitchFamily="34" charset="0"/>
                <a:cs typeface="Segoe UI"/>
              </a:rPr>
              <a:t> </a:t>
            </a:r>
            <a:r>
              <a:rPr lang="en-US" sz="2000" b="0" dirty="0">
                <a:solidFill>
                  <a:srgbClr val="00B050"/>
                </a:solidFill>
                <a:latin typeface="Daytona Condensed" panose="020B0506030503040204" pitchFamily="34" charset="0"/>
                <a:cs typeface="Segoe UI"/>
              </a:rPr>
              <a:t>(HMSDK).</a:t>
            </a:r>
            <a:endParaRPr lang="en-US" sz="2000" b="0" dirty="0">
              <a:latin typeface="Daytona Condensed" panose="020B0506030503040204" pitchFamily="34" charset="0"/>
              <a:cs typeface="Segoe UI"/>
            </a:endParaRPr>
          </a:p>
          <a:p>
            <a:pPr>
              <a:spcBef>
                <a:spcPts val="0"/>
              </a:spcBef>
              <a:spcAft>
                <a:spcPts val="570"/>
              </a:spcAft>
              <a:buClr>
                <a:srgbClr val="002060"/>
              </a:buClr>
              <a:buFont typeface="Wingdings" panose="05000000000000000000" pitchFamily="2" charset="2"/>
              <a:buChar char="Ø"/>
            </a:pPr>
            <a:r>
              <a:rPr lang="en-US" sz="2000" b="0" dirty="0">
                <a:latin typeface="Daytona Condensed" panose="020B0506030503040204" pitchFamily="34" charset="0"/>
                <a:cs typeface="Segoe UI"/>
              </a:rPr>
              <a:t> </a:t>
            </a:r>
            <a:r>
              <a:rPr lang="en-US" sz="2000" b="0" dirty="0">
                <a:solidFill>
                  <a:srgbClr val="0070C0"/>
                </a:solidFill>
                <a:latin typeface="Daytona Condensed" panose="020B0506030503040204" pitchFamily="34" charset="0"/>
                <a:cs typeface="Segoe UI"/>
              </a:rPr>
              <a:t>TPP and NUMAB-2 </a:t>
            </a:r>
            <a:r>
              <a:rPr lang="en-US" sz="2000" b="0" dirty="0">
                <a:latin typeface="Daytona Condensed" panose="020B0506030503040204" pitchFamily="34" charset="0"/>
                <a:cs typeface="Segoe UI"/>
              </a:rPr>
              <a:t>: NUMAB-2 (or Tiering-0.8) allows hot page promotion to fast NUMA node while TPP complements it with LRU-based demotion.</a:t>
            </a:r>
          </a:p>
          <a:p>
            <a:pPr>
              <a:spcBef>
                <a:spcPts val="0"/>
              </a:spcBef>
              <a:spcAft>
                <a:spcPts val="570"/>
              </a:spcAft>
              <a:buClr>
                <a:srgbClr val="002060"/>
              </a:buClr>
              <a:buFont typeface="Wingdings" panose="05000000000000000000" pitchFamily="2" charset="2"/>
              <a:buChar char="Ø"/>
            </a:pPr>
            <a:r>
              <a:rPr lang="en-US" sz="2000" b="0" dirty="0">
                <a:solidFill>
                  <a:srgbClr val="00B050"/>
                </a:solidFill>
                <a:latin typeface="Daytona Condensed" panose="020B0506030503040204" pitchFamily="34" charset="0"/>
                <a:cs typeface="Segoe UI"/>
              </a:rPr>
              <a:t>DAMON and HMSDK </a:t>
            </a:r>
            <a:r>
              <a:rPr lang="en-US" sz="2000" b="0" dirty="0">
                <a:latin typeface="Daytona Condensed" panose="020B0506030503040204" pitchFamily="34" charset="0"/>
                <a:cs typeface="Segoe UI"/>
              </a:rPr>
              <a:t>: DAMON is a lightweight and scalable memory monitoring subsystem. It also includes DAMOS, allowing users to conveniently perform system operations based on DAMON monitoring results. HMSDK was developed to particularly support CXL devices, one of the use cases being memory tiering based on DAMON.</a:t>
            </a:r>
          </a:p>
          <a:p>
            <a:pPr>
              <a:spcBef>
                <a:spcPts val="0"/>
              </a:spcBef>
              <a:spcAft>
                <a:spcPts val="570"/>
              </a:spcAft>
              <a:buClr>
                <a:srgbClr val="002060"/>
              </a:buClr>
              <a:buFont typeface="Arial" panose="020B0604020202020204" pitchFamily="34" charset="0"/>
              <a:buChar char="•"/>
            </a:pPr>
            <a:r>
              <a:rPr lang="en-US" sz="2000" b="0" dirty="0">
                <a:latin typeface="Daytona Condensed" panose="020B0506030503040204" pitchFamily="34" charset="0"/>
                <a:cs typeface="Segoe UI"/>
              </a:rPr>
              <a:t>Aim to understand, how fast a small hot working set of an otherwise large index benchmark spanning both nodes, be promoted to the faster tier, and what improvement it brings in throughput.</a:t>
            </a:r>
          </a:p>
          <a:p>
            <a:pPr>
              <a:spcBef>
                <a:spcPts val="0"/>
              </a:spcBef>
              <a:spcAft>
                <a:spcPts val="570"/>
              </a:spcAft>
              <a:buClr>
                <a:srgbClr val="002060"/>
              </a:buClr>
              <a:buFont typeface="Arial" panose="020B0604020202020204" pitchFamily="34" charset="0"/>
              <a:buChar char="•"/>
            </a:pPr>
            <a:r>
              <a:rPr lang="en-US" sz="2000" b="0" dirty="0">
                <a:latin typeface="Daytona Condensed" panose="020B0506030503040204" pitchFamily="34" charset="0"/>
                <a:cs typeface="Segoe UI"/>
              </a:rPr>
              <a:t>Ideally, we expect the hot working set to be quickly promoted and the no of promotions to stagnate.</a:t>
            </a:r>
          </a:p>
          <a:p>
            <a:pPr>
              <a:spcBef>
                <a:spcPts val="0"/>
              </a:spcBef>
              <a:spcAft>
                <a:spcPts val="570"/>
              </a:spcAft>
              <a:buClr>
                <a:srgbClr val="002060"/>
              </a:buClr>
              <a:buFont typeface="Arial" panose="020B0604020202020204" pitchFamily="34" charset="0"/>
              <a:buChar char="•"/>
            </a:pPr>
            <a:r>
              <a:rPr lang="en-US" sz="2000" b="0" dirty="0">
                <a:latin typeface="Daytona Condensed" panose="020B0506030503040204" pitchFamily="34" charset="0"/>
                <a:cs typeface="Segoe UI"/>
              </a:rPr>
              <a:t>Glimpse of benchmarks configs :</a:t>
            </a:r>
          </a:p>
        </p:txBody>
      </p:sp>
      <p:sp>
        <p:nvSpPr>
          <p:cNvPr id="5" name="Slide Number Placeholder 4">
            <a:extLst>
              <a:ext uri="{FF2B5EF4-FFF2-40B4-BE49-F238E27FC236}">
                <a16:creationId xmlns:a16="http://schemas.microsoft.com/office/drawing/2014/main" id="{4DF88092-A7E3-F667-C741-E8CF8529C0BD}"/>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BD12358-51D2-46B3-9BDE-DF29528B9454}" type="slidenum">
              <a:rPr kumimoji="0" lang="en-US" sz="1200" b="0" i="0" u="none" strike="noStrike" kern="1200" cap="all" spc="200" normalizeH="0" baseline="0" noProof="0" smtClean="0">
                <a:ln>
                  <a:noFill/>
                </a:ln>
                <a:solidFill>
                  <a:srgbClr val="96D3ED"/>
                </a:solidFill>
                <a:effectLst/>
                <a:uLnTx/>
                <a:uFillTx/>
                <a:latin typeface="Posterama" panose="020B0504020200020000"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all" spc="200" normalizeH="0" baseline="0" noProof="0">
              <a:ln>
                <a:noFill/>
              </a:ln>
              <a:solidFill>
                <a:srgbClr val="96D3ED"/>
              </a:solidFill>
              <a:effectLst/>
              <a:uLnTx/>
              <a:uFillTx/>
              <a:latin typeface="Posterama" panose="020B0504020200020000" pitchFamily="34" charset="0"/>
              <a:ea typeface="+mn-ea"/>
              <a:cs typeface="+mn-cs"/>
            </a:endParaRPr>
          </a:p>
        </p:txBody>
      </p:sp>
      <p:sp>
        <p:nvSpPr>
          <p:cNvPr id="2" name="Title 1">
            <a:extLst>
              <a:ext uri="{FF2B5EF4-FFF2-40B4-BE49-F238E27FC236}">
                <a16:creationId xmlns:a16="http://schemas.microsoft.com/office/drawing/2014/main" id="{40B50D62-961A-C80C-F8B4-64FE8B649A7E}"/>
              </a:ext>
            </a:extLst>
          </p:cNvPr>
          <p:cNvSpPr>
            <a:spLocks noGrp="1"/>
          </p:cNvSpPr>
          <p:nvPr>
            <p:ph type="title"/>
          </p:nvPr>
        </p:nvSpPr>
        <p:spPr>
          <a:xfrm>
            <a:off x="1280160" y="1097280"/>
            <a:ext cx="1659686" cy="544707"/>
          </a:xfrm>
        </p:spPr>
        <p:txBody>
          <a:bodyPr/>
          <a:lstStyle/>
          <a:p>
            <a:r>
              <a:rPr lang="en-US" dirty="0"/>
              <a:t>goal</a:t>
            </a:r>
            <a:endParaRPr lang="en-IN" dirty="0"/>
          </a:p>
        </p:txBody>
      </p:sp>
      <p:sp>
        <p:nvSpPr>
          <p:cNvPr id="4" name="TextBox 3">
            <a:extLst>
              <a:ext uri="{FF2B5EF4-FFF2-40B4-BE49-F238E27FC236}">
                <a16:creationId xmlns:a16="http://schemas.microsoft.com/office/drawing/2014/main" id="{FE23D02D-87E5-044B-4219-7F9B4D46EC6A}"/>
              </a:ext>
            </a:extLst>
          </p:cNvPr>
          <p:cNvSpPr txBox="1"/>
          <p:nvPr/>
        </p:nvSpPr>
        <p:spPr>
          <a:xfrm>
            <a:off x="985976" y="5830529"/>
            <a:ext cx="10893552" cy="769441"/>
          </a:xfrm>
          <a:prstGeom prst="rect">
            <a:avLst/>
          </a:prstGeom>
          <a:noFill/>
        </p:spPr>
        <p:txBody>
          <a:bodyPr wrap="square" numCol="2" rtlCol="0">
            <a:spAutoFit/>
          </a:bodyPr>
          <a:lstStyle/>
          <a:p>
            <a:pPr marL="742950" lvl="1" indent="-285750">
              <a:spcBef>
                <a:spcPts val="0"/>
              </a:spcBef>
              <a:spcAft>
                <a:spcPts val="570"/>
              </a:spcAft>
              <a:buClr>
                <a:srgbClr val="002060"/>
              </a:buClr>
              <a:buFont typeface="Wingdings" panose="05000000000000000000" pitchFamily="2" charset="2"/>
              <a:buChar char="v"/>
            </a:pPr>
            <a:r>
              <a:rPr lang="en-US" sz="1700" dirty="0">
                <a:latin typeface="Daytona Condensed" panose="020B0506030503040204" pitchFamily="34" charset="0"/>
                <a:cs typeface="Segoe UI"/>
              </a:rPr>
              <a:t>1B keys				</a:t>
            </a:r>
          </a:p>
          <a:p>
            <a:pPr marL="742950" lvl="1" indent="-285750">
              <a:spcBef>
                <a:spcPts val="0"/>
              </a:spcBef>
              <a:spcAft>
                <a:spcPts val="570"/>
              </a:spcAft>
              <a:buClr>
                <a:srgbClr val="002060"/>
              </a:buClr>
              <a:buFont typeface="Wingdings" panose="05000000000000000000" pitchFamily="2" charset="2"/>
              <a:buChar char="v"/>
            </a:pPr>
            <a:r>
              <a:rPr lang="en-US" sz="1700" dirty="0">
                <a:latin typeface="Daytona Condensed" panose="020B0506030503040204" pitchFamily="34" charset="0"/>
                <a:cs typeface="Segoe UI"/>
              </a:rPr>
              <a:t>Distribution : </a:t>
            </a:r>
            <a:r>
              <a:rPr lang="en-US" sz="1700" dirty="0" err="1">
                <a:latin typeface="Daytona Condensed" panose="020B0506030503040204" pitchFamily="34" charset="0"/>
                <a:cs typeface="Segoe UI"/>
              </a:rPr>
              <a:t>Selfsimilar</a:t>
            </a:r>
            <a:r>
              <a:rPr lang="en-US" sz="1700" dirty="0">
                <a:latin typeface="Daytona Condensed" panose="020B0506030503040204" pitchFamily="34" charset="0"/>
                <a:cs typeface="Segoe UI"/>
              </a:rPr>
              <a:t> (with skew), Uniform (no skew)</a:t>
            </a:r>
          </a:p>
          <a:p>
            <a:pPr marL="285750" indent="-285750">
              <a:buFont typeface="Wingdings" panose="05000000000000000000" pitchFamily="2" charset="2"/>
              <a:buChar char="v"/>
            </a:pPr>
            <a:r>
              <a:rPr lang="en-US" sz="1700" dirty="0">
                <a:latin typeface="Daytona Condensed" panose="020B0506030503040204" pitchFamily="34" charset="0"/>
                <a:cs typeface="Segoe UI"/>
              </a:rPr>
              <a:t>Mix of read-heavy and write-heavy workloads</a:t>
            </a:r>
          </a:p>
          <a:p>
            <a:pPr marL="285750" indent="-285750">
              <a:buFont typeface="Wingdings" panose="05000000000000000000" pitchFamily="2" charset="2"/>
              <a:buChar char="v"/>
            </a:pPr>
            <a:r>
              <a:rPr lang="en-US" sz="1700" dirty="0">
                <a:latin typeface="Daytona Condensed" panose="020B0506030503040204" pitchFamily="34" charset="0"/>
                <a:cs typeface="Segoe UI"/>
              </a:rPr>
              <a:t>Memory ratio achieved via </a:t>
            </a:r>
            <a:r>
              <a:rPr lang="en-US" sz="1700" dirty="0" err="1">
                <a:latin typeface="Daytona Condensed" panose="020B0506030503040204" pitchFamily="34" charset="0"/>
                <a:cs typeface="Segoe UI"/>
              </a:rPr>
              <a:t>Memeater</a:t>
            </a:r>
            <a:endParaRPr lang="en-IN" sz="1700" dirty="0"/>
          </a:p>
        </p:txBody>
      </p:sp>
    </p:spTree>
    <p:extLst>
      <p:ext uri="{BB962C8B-B14F-4D97-AF65-F5344CB8AC3E}">
        <p14:creationId xmlns:p14="http://schemas.microsoft.com/office/powerpoint/2010/main" val="2120067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4F3F0-3F01-0EC8-1B1A-CAC25324D2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3A144B-6661-7D6B-49CC-1D467BCAF82A}"/>
              </a:ext>
            </a:extLst>
          </p:cNvPr>
          <p:cNvSpPr>
            <a:spLocks noGrp="1"/>
          </p:cNvSpPr>
          <p:nvPr>
            <p:ph type="title"/>
          </p:nvPr>
        </p:nvSpPr>
        <p:spPr>
          <a:xfrm>
            <a:off x="1280159" y="1097280"/>
            <a:ext cx="8463609" cy="741352"/>
          </a:xfrm>
        </p:spPr>
        <p:txBody>
          <a:bodyPr/>
          <a:lstStyle/>
          <a:p>
            <a:r>
              <a:rPr lang="en-US" dirty="0"/>
              <a:t>Timeline</a:t>
            </a:r>
            <a:endParaRPr lang="en-IN" dirty="0"/>
          </a:p>
        </p:txBody>
      </p:sp>
      <p:sp>
        <p:nvSpPr>
          <p:cNvPr id="3" name="Content Placeholder 2">
            <a:extLst>
              <a:ext uri="{FF2B5EF4-FFF2-40B4-BE49-F238E27FC236}">
                <a16:creationId xmlns:a16="http://schemas.microsoft.com/office/drawing/2014/main" id="{8AADF8BA-8DA3-6CBE-3744-3B7739532B83}"/>
              </a:ext>
            </a:extLst>
          </p:cNvPr>
          <p:cNvSpPr>
            <a:spLocks noGrp="1"/>
          </p:cNvSpPr>
          <p:nvPr>
            <p:ph idx="1"/>
          </p:nvPr>
        </p:nvSpPr>
        <p:spPr>
          <a:xfrm>
            <a:off x="1280159" y="1927123"/>
            <a:ext cx="10331738" cy="4788309"/>
          </a:xfrm>
        </p:spPr>
        <p:txBody>
          <a:bodyPr>
            <a:normAutofit/>
          </a:bodyPr>
          <a:lstStyle/>
          <a:p>
            <a:pPr>
              <a:spcBef>
                <a:spcPts val="0"/>
              </a:spcBef>
              <a:spcAft>
                <a:spcPts val="570"/>
              </a:spcAft>
              <a:buClr>
                <a:srgbClr val="002060"/>
              </a:buClr>
              <a:buAutoNum type="arabicPeriod"/>
            </a:pPr>
            <a:r>
              <a:rPr lang="en-US" cap="none" dirty="0">
                <a:latin typeface="Daytona Condensed" panose="020B0506030503040204" pitchFamily="34" charset="0"/>
                <a:cs typeface="Segoe UI"/>
              </a:rPr>
              <a:t>Understanding applications (</a:t>
            </a:r>
            <a:r>
              <a:rPr lang="en-US" cap="none" dirty="0" err="1">
                <a:latin typeface="Daytona Condensed" panose="020B0506030503040204" pitchFamily="34" charset="0"/>
                <a:cs typeface="Segoe UI"/>
              </a:rPr>
              <a:t>PiBench</a:t>
            </a:r>
            <a:r>
              <a:rPr lang="en-US" cap="none" dirty="0">
                <a:latin typeface="Daytona Condensed" panose="020B0506030503040204" pitchFamily="34" charset="0"/>
                <a:cs typeface="Segoe UI"/>
              </a:rPr>
              <a:t>, GUPS) and running basic experiments to understand their </a:t>
            </a:r>
            <a:r>
              <a:rPr lang="en-US" cap="none" dirty="0" err="1">
                <a:latin typeface="Daytona Condensed" panose="020B0506030503040204" pitchFamily="34" charset="0"/>
                <a:cs typeface="Segoe UI"/>
              </a:rPr>
              <a:t>behaviour</a:t>
            </a:r>
            <a:r>
              <a:rPr lang="en-US" cap="none" dirty="0">
                <a:latin typeface="Daytona Condensed" panose="020B0506030503040204" pitchFamily="34" charset="0"/>
                <a:cs typeface="Segoe UI"/>
              </a:rPr>
              <a:t>.</a:t>
            </a:r>
          </a:p>
          <a:p>
            <a:pPr>
              <a:spcBef>
                <a:spcPts val="0"/>
              </a:spcBef>
              <a:spcAft>
                <a:spcPts val="570"/>
              </a:spcAft>
              <a:buClr>
                <a:srgbClr val="002060"/>
              </a:buClr>
              <a:buAutoNum type="arabicPeriod"/>
            </a:pPr>
            <a:r>
              <a:rPr lang="en-US" cap="none" dirty="0">
                <a:latin typeface="Daytona Condensed" panose="020B0506030503040204" pitchFamily="34" charset="0"/>
                <a:cs typeface="Segoe UI"/>
              </a:rPr>
              <a:t>Understanding tiering systems initially in a VM setup.</a:t>
            </a:r>
          </a:p>
          <a:p>
            <a:pPr lvl="1">
              <a:spcBef>
                <a:spcPts val="0"/>
              </a:spcBef>
              <a:spcAft>
                <a:spcPts val="570"/>
              </a:spcAft>
              <a:buClr>
                <a:srgbClr val="002060"/>
              </a:buClr>
              <a:buAutoNum type="arabicPeriod"/>
            </a:pPr>
            <a:r>
              <a:rPr lang="en-US" cap="none" dirty="0">
                <a:latin typeface="Daytona Condensed" panose="020B0506030503040204" pitchFamily="34" charset="0"/>
                <a:cs typeface="Segoe UI"/>
              </a:rPr>
              <a:t>Emulating separate memory tiers in QEMU for </a:t>
            </a:r>
            <a:r>
              <a:rPr lang="en-US" cap="none" dirty="0" err="1">
                <a:latin typeface="Daytona Condensed" panose="020B0506030503040204" pitchFamily="34" charset="0"/>
                <a:cs typeface="Segoe UI"/>
              </a:rPr>
              <a:t>AutoNUMA</a:t>
            </a:r>
            <a:r>
              <a:rPr lang="en-US" cap="none" dirty="0">
                <a:latin typeface="Daytona Condensed" panose="020B0506030503040204" pitchFamily="34" charset="0"/>
                <a:cs typeface="Segoe UI"/>
              </a:rPr>
              <a:t> promotions.</a:t>
            </a:r>
          </a:p>
          <a:p>
            <a:pPr lvl="1">
              <a:spcBef>
                <a:spcPts val="0"/>
              </a:spcBef>
              <a:spcAft>
                <a:spcPts val="570"/>
              </a:spcAft>
              <a:buClr>
                <a:srgbClr val="002060"/>
              </a:buClr>
              <a:buAutoNum type="arabicPeriod"/>
            </a:pPr>
            <a:r>
              <a:rPr lang="en-US" cap="none" dirty="0">
                <a:latin typeface="Daytona Condensed" panose="020B0506030503040204" pitchFamily="34" charset="0"/>
                <a:cs typeface="Segoe UI"/>
              </a:rPr>
              <a:t>Attempting CXL emulation in QEMU.</a:t>
            </a:r>
          </a:p>
          <a:p>
            <a:pPr lvl="1">
              <a:spcBef>
                <a:spcPts val="0"/>
              </a:spcBef>
              <a:spcAft>
                <a:spcPts val="570"/>
              </a:spcAft>
              <a:buClr>
                <a:srgbClr val="002060"/>
              </a:buClr>
              <a:buAutoNum type="arabicPeriod"/>
            </a:pPr>
            <a:r>
              <a:rPr lang="en-US" dirty="0">
                <a:latin typeface="Daytona Condensed" panose="020B0506030503040204" pitchFamily="34" charset="0"/>
                <a:cs typeface="Segoe UI"/>
              </a:rPr>
              <a:t>Setting up HMSDK, then moving on to latest DAMON version.</a:t>
            </a:r>
          </a:p>
          <a:p>
            <a:pPr lvl="1">
              <a:spcBef>
                <a:spcPts val="0"/>
              </a:spcBef>
              <a:spcAft>
                <a:spcPts val="570"/>
              </a:spcAft>
              <a:buClr>
                <a:srgbClr val="002060"/>
              </a:buClr>
              <a:buAutoNum type="arabicPeriod"/>
            </a:pPr>
            <a:r>
              <a:rPr lang="en-US" cap="none" dirty="0">
                <a:latin typeface="Daytona Condensed" panose="020B0506030503040204" pitchFamily="34" charset="0"/>
                <a:cs typeface="Segoe UI"/>
              </a:rPr>
              <a:t>Exploring new DAMON features and looking for appropriate counters.</a:t>
            </a:r>
          </a:p>
          <a:p>
            <a:pPr marL="457200" marR="0" lvl="0" indent="-457200" algn="l" defTabSz="914400" rtl="0" eaLnBrk="1" fontAlgn="auto" latinLnBrk="0" hangingPunct="1">
              <a:lnSpc>
                <a:spcPct val="100000"/>
              </a:lnSpc>
              <a:spcBef>
                <a:spcPts val="0"/>
              </a:spcBef>
              <a:spcAft>
                <a:spcPts val="570"/>
              </a:spcAft>
              <a:buClr>
                <a:srgbClr val="002060"/>
              </a:buClr>
              <a:buSzTx/>
              <a:buFont typeface="Courier New" panose="02070309020205020404" pitchFamily="49" charset="0"/>
              <a:buAutoNum type="arabicPeriod"/>
              <a:tabLst/>
              <a:defRPr/>
            </a:pPr>
            <a:r>
              <a:rPr kumimoji="0" lang="en-US" sz="2400" b="0" i="0" u="none" strike="noStrike" kern="1200" cap="none" spc="0" normalizeH="0" baseline="0" noProof="0" dirty="0">
                <a:ln>
                  <a:noFill/>
                </a:ln>
                <a:solidFill>
                  <a:srgbClr val="000000"/>
                </a:solidFill>
                <a:effectLst/>
                <a:uLnTx/>
                <a:uFillTx/>
                <a:latin typeface="Daytona Condensed" panose="020B0506030503040204" pitchFamily="34" charset="0"/>
                <a:ea typeface="+mn-ea"/>
                <a:cs typeface="Segoe UI"/>
              </a:rPr>
              <a:t>Benchmarking the applications on a real system.   			</a:t>
            </a:r>
            <a:r>
              <a:rPr kumimoji="0" lang="en-US" sz="2400" b="0" i="0" u="none" strike="noStrike" kern="1200" cap="none" spc="0" normalizeH="0" baseline="0" noProof="0" dirty="0">
                <a:ln>
                  <a:noFill/>
                </a:ln>
                <a:solidFill>
                  <a:srgbClr val="000000"/>
                </a:solidFill>
                <a:effectLst/>
                <a:uLnTx/>
                <a:uFillTx/>
                <a:latin typeface="Daytona Condensed" panose="020B0506030503040204" pitchFamily="34" charset="0"/>
                <a:ea typeface="+mn-ea"/>
                <a:cs typeface="Segoe UI"/>
                <a:sym typeface="Wingdings" panose="05000000000000000000" pitchFamily="2" charset="2"/>
              </a:rPr>
              <a:t> </a:t>
            </a:r>
            <a:r>
              <a:rPr kumimoji="0" lang="en-US" sz="2400" b="1" i="0" u="none" strike="noStrike" kern="1200" cap="none" spc="0" normalizeH="0" baseline="0" noProof="0" dirty="0">
                <a:ln>
                  <a:noFill/>
                </a:ln>
                <a:solidFill>
                  <a:srgbClr val="000000"/>
                </a:solidFill>
                <a:effectLst/>
                <a:uLnTx/>
                <a:uFillTx/>
                <a:latin typeface="Daytona Condensed" panose="020B0506030503040204" pitchFamily="34" charset="0"/>
                <a:ea typeface="+mn-ea"/>
                <a:cs typeface="Segoe UI"/>
                <a:sym typeface="Wingdings" panose="05000000000000000000" pitchFamily="2" charset="2"/>
              </a:rPr>
              <a:t>Currently Here</a:t>
            </a:r>
            <a:endParaRPr kumimoji="0" lang="en-US" sz="2400" b="1" i="0" u="none" strike="noStrike" kern="1200" cap="none" spc="0" normalizeH="0" baseline="0" noProof="0" dirty="0">
              <a:ln>
                <a:noFill/>
              </a:ln>
              <a:solidFill>
                <a:srgbClr val="000000"/>
              </a:solidFill>
              <a:effectLst/>
              <a:uLnTx/>
              <a:uFillTx/>
              <a:latin typeface="Daytona Condensed" panose="020B0506030503040204" pitchFamily="34" charset="0"/>
              <a:ea typeface="+mn-ea"/>
              <a:cs typeface="Segoe UI"/>
            </a:endParaRPr>
          </a:p>
          <a:p>
            <a:pPr lvl="1">
              <a:spcBef>
                <a:spcPts val="0"/>
              </a:spcBef>
              <a:spcAft>
                <a:spcPts val="570"/>
              </a:spcAft>
              <a:buClr>
                <a:srgbClr val="002060"/>
              </a:buClr>
              <a:buAutoNum type="arabicPeriod"/>
            </a:pPr>
            <a:endParaRPr lang="en-US" cap="none" dirty="0">
              <a:latin typeface="Daytona Condensed" panose="020B0506030503040204" pitchFamily="34" charset="0"/>
              <a:cs typeface="Segoe UI"/>
            </a:endParaRPr>
          </a:p>
          <a:p>
            <a:pPr lvl="4">
              <a:spcBef>
                <a:spcPts val="0"/>
              </a:spcBef>
              <a:spcAft>
                <a:spcPts val="570"/>
              </a:spcAft>
              <a:buClr>
                <a:srgbClr val="002060"/>
              </a:buClr>
              <a:buAutoNum type="arabicPeriod"/>
            </a:pPr>
            <a:endParaRPr lang="en-US" dirty="0">
              <a:latin typeface="Daytona Condensed" panose="020B0506030503040204" pitchFamily="34" charset="0"/>
              <a:cs typeface="Segoe UI"/>
            </a:endParaRPr>
          </a:p>
        </p:txBody>
      </p:sp>
      <p:sp>
        <p:nvSpPr>
          <p:cNvPr id="5" name="Slide Number Placeholder 4">
            <a:extLst>
              <a:ext uri="{FF2B5EF4-FFF2-40B4-BE49-F238E27FC236}">
                <a16:creationId xmlns:a16="http://schemas.microsoft.com/office/drawing/2014/main" id="{A155B52C-31CD-48B8-944B-FDB7581E6A2D}"/>
              </a:ext>
            </a:extLst>
          </p:cNvPr>
          <p:cNvSpPr>
            <a:spLocks noGrp="1"/>
          </p:cNvSpPr>
          <p:nvPr>
            <p:ph type="sldNum"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75DF2D63-3FF5-D547-96B9-BE9CCD1ABA58}" type="slidenum">
              <a:rPr kumimoji="0" lang="en-US" sz="1200" b="0" i="0" u="none" strike="noStrike" kern="1200" cap="all" spc="200" normalizeH="0" baseline="0" noProof="0" smtClean="0">
                <a:ln>
                  <a:noFill/>
                </a:ln>
                <a:solidFill>
                  <a:srgbClr val="96D3ED"/>
                </a:solidFill>
                <a:effectLst/>
                <a:uLnTx/>
                <a:uFillTx/>
                <a:latin typeface="Posterama" panose="020B0504020200020000"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all" spc="200" normalizeH="0" baseline="0" noProof="0">
              <a:ln>
                <a:noFill/>
              </a:ln>
              <a:solidFill>
                <a:srgbClr val="96D3ED"/>
              </a:solidFill>
              <a:effectLst/>
              <a:uLnTx/>
              <a:uFillTx/>
              <a:latin typeface="Posterama" panose="020B0504020200020000" pitchFamily="34" charset="0"/>
              <a:ea typeface="+mn-ea"/>
              <a:cs typeface="+mn-cs"/>
            </a:endParaRPr>
          </a:p>
        </p:txBody>
      </p:sp>
    </p:spTree>
    <p:extLst>
      <p:ext uri="{BB962C8B-B14F-4D97-AF65-F5344CB8AC3E}">
        <p14:creationId xmlns:p14="http://schemas.microsoft.com/office/powerpoint/2010/main" val="716268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898F5-C840-0496-C18C-17BAEC163A1B}"/>
              </a:ext>
            </a:extLst>
          </p:cNvPr>
          <p:cNvSpPr>
            <a:spLocks noGrp="1"/>
          </p:cNvSpPr>
          <p:nvPr>
            <p:ph type="title"/>
          </p:nvPr>
        </p:nvSpPr>
        <p:spPr>
          <a:xfrm>
            <a:off x="1280159" y="1097280"/>
            <a:ext cx="8463609" cy="741352"/>
          </a:xfrm>
        </p:spPr>
        <p:txBody>
          <a:bodyPr/>
          <a:lstStyle/>
          <a:p>
            <a:r>
              <a:rPr lang="en-US" dirty="0"/>
              <a:t>Findings and learnings</a:t>
            </a:r>
            <a:endParaRPr lang="en-IN" dirty="0"/>
          </a:p>
        </p:txBody>
      </p:sp>
      <p:sp>
        <p:nvSpPr>
          <p:cNvPr id="3" name="Content Placeholder 2">
            <a:extLst>
              <a:ext uri="{FF2B5EF4-FFF2-40B4-BE49-F238E27FC236}">
                <a16:creationId xmlns:a16="http://schemas.microsoft.com/office/drawing/2014/main" id="{766F1960-7E52-9038-FB6B-51C671E76491}"/>
              </a:ext>
            </a:extLst>
          </p:cNvPr>
          <p:cNvSpPr>
            <a:spLocks noGrp="1"/>
          </p:cNvSpPr>
          <p:nvPr>
            <p:ph idx="1"/>
          </p:nvPr>
        </p:nvSpPr>
        <p:spPr>
          <a:xfrm>
            <a:off x="1280159" y="1927123"/>
            <a:ext cx="10174422" cy="4788309"/>
          </a:xfrm>
        </p:spPr>
        <p:txBody>
          <a:bodyPr>
            <a:normAutofit/>
          </a:bodyPr>
          <a:lstStyle/>
          <a:p>
            <a:pPr>
              <a:spcBef>
                <a:spcPts val="0"/>
              </a:spcBef>
              <a:spcAft>
                <a:spcPts val="570"/>
              </a:spcAft>
              <a:buClr>
                <a:srgbClr val="002060"/>
              </a:buClr>
              <a:buFont typeface="Arial" panose="020B0604020202020204" pitchFamily="34" charset="0"/>
              <a:buChar char="•"/>
            </a:pPr>
            <a:r>
              <a:rPr lang="en-US" cap="none" dirty="0">
                <a:latin typeface="Daytona Condensed" panose="020B0506030503040204" pitchFamily="34" charset="0"/>
                <a:cs typeface="Segoe UI"/>
              </a:rPr>
              <a:t>Learnt about </a:t>
            </a:r>
            <a:r>
              <a:rPr lang="en-US" cap="none" dirty="0">
                <a:solidFill>
                  <a:srgbClr val="00B050"/>
                </a:solidFill>
                <a:latin typeface="Daytona Condensed" panose="020B0506030503040204" pitchFamily="34" charset="0"/>
                <a:cs typeface="Segoe UI"/>
              </a:rPr>
              <a:t>NUMA balancing</a:t>
            </a:r>
            <a:r>
              <a:rPr lang="en-US" cap="none" dirty="0">
                <a:latin typeface="Daytona Condensed" panose="020B0506030503040204" pitchFamily="34" charset="0"/>
                <a:cs typeface="Segoe UI"/>
              </a:rPr>
              <a:t> and </a:t>
            </a:r>
            <a:r>
              <a:rPr lang="en-US" cap="none" dirty="0">
                <a:solidFill>
                  <a:srgbClr val="00B050"/>
                </a:solidFill>
                <a:latin typeface="Daytona Condensed" panose="020B0506030503040204" pitchFamily="34" charset="0"/>
                <a:cs typeface="Segoe UI"/>
              </a:rPr>
              <a:t>TPP</a:t>
            </a:r>
            <a:r>
              <a:rPr lang="en-US" cap="none" dirty="0">
                <a:latin typeface="Daytona Condensed" panose="020B0506030503040204" pitchFamily="34" charset="0"/>
                <a:cs typeface="Segoe UI"/>
              </a:rPr>
              <a:t> and the associated counters relevant to us : </a:t>
            </a:r>
            <a:r>
              <a:rPr lang="en-US" cap="none" dirty="0">
                <a:solidFill>
                  <a:srgbClr val="0070C0"/>
                </a:solidFill>
                <a:latin typeface="Daytona Condensed" panose="020B0506030503040204" pitchFamily="34" charset="0"/>
                <a:cs typeface="Segoe UI"/>
              </a:rPr>
              <a:t>‘</a:t>
            </a:r>
            <a:r>
              <a:rPr lang="en-US" cap="none" dirty="0" err="1">
                <a:solidFill>
                  <a:srgbClr val="0070C0"/>
                </a:solidFill>
                <a:latin typeface="Daytona Condensed" panose="020B0506030503040204" pitchFamily="34" charset="0"/>
                <a:cs typeface="Segoe UI"/>
              </a:rPr>
              <a:t>pgpromote</a:t>
            </a:r>
            <a:r>
              <a:rPr lang="en-US" cap="none" dirty="0">
                <a:solidFill>
                  <a:srgbClr val="0070C0"/>
                </a:solidFill>
                <a:latin typeface="Daytona Condensed" panose="020B0506030503040204" pitchFamily="34" charset="0"/>
                <a:cs typeface="Segoe UI"/>
              </a:rPr>
              <a:t>’, ‘</a:t>
            </a:r>
            <a:r>
              <a:rPr lang="en-US" cap="none" dirty="0" err="1">
                <a:solidFill>
                  <a:srgbClr val="0070C0"/>
                </a:solidFill>
                <a:latin typeface="Daytona Condensed" panose="020B0506030503040204" pitchFamily="34" charset="0"/>
                <a:cs typeface="Segoe UI"/>
              </a:rPr>
              <a:t>pgdemote</a:t>
            </a:r>
            <a:r>
              <a:rPr lang="en-US" cap="none" dirty="0">
                <a:solidFill>
                  <a:srgbClr val="0070C0"/>
                </a:solidFill>
                <a:latin typeface="Daytona Condensed" panose="020B0506030503040204" pitchFamily="34" charset="0"/>
                <a:cs typeface="Segoe UI"/>
              </a:rPr>
              <a:t>’, ‘</a:t>
            </a:r>
            <a:r>
              <a:rPr lang="en-US" cap="none" dirty="0" err="1">
                <a:solidFill>
                  <a:srgbClr val="0070C0"/>
                </a:solidFill>
                <a:latin typeface="Daytona Condensed" panose="020B0506030503040204" pitchFamily="34" charset="0"/>
                <a:cs typeface="Segoe UI"/>
              </a:rPr>
              <a:t>numa_pages_migrated</a:t>
            </a:r>
            <a:r>
              <a:rPr lang="en-US" cap="none" dirty="0">
                <a:solidFill>
                  <a:srgbClr val="0070C0"/>
                </a:solidFill>
                <a:latin typeface="Daytona Condensed" panose="020B0506030503040204" pitchFamily="34" charset="0"/>
                <a:cs typeface="Segoe UI"/>
              </a:rPr>
              <a:t>’ </a:t>
            </a:r>
            <a:r>
              <a:rPr lang="en-US" cap="none" dirty="0">
                <a:latin typeface="Daytona Condensed" panose="020B0506030503040204" pitchFamily="34" charset="0"/>
                <a:cs typeface="Segoe UI"/>
              </a:rPr>
              <a:t>etc.</a:t>
            </a:r>
          </a:p>
          <a:p>
            <a:pPr>
              <a:spcBef>
                <a:spcPts val="0"/>
              </a:spcBef>
              <a:spcAft>
                <a:spcPts val="570"/>
              </a:spcAft>
              <a:buClr>
                <a:srgbClr val="002060"/>
              </a:buClr>
              <a:buFont typeface="Arial" panose="020B0604020202020204" pitchFamily="34" charset="0"/>
              <a:buChar char="•"/>
            </a:pPr>
            <a:r>
              <a:rPr lang="en-US" cap="none" dirty="0">
                <a:latin typeface="Daytona Condensed" panose="020B0506030503040204" pitchFamily="34" charset="0"/>
                <a:cs typeface="Segoe UI"/>
              </a:rPr>
              <a:t>Learnt about the </a:t>
            </a:r>
            <a:r>
              <a:rPr lang="en-US" cap="none" dirty="0">
                <a:solidFill>
                  <a:srgbClr val="FE8500"/>
                </a:solidFill>
                <a:latin typeface="Daytona Condensed" panose="020B0506030503040204" pitchFamily="34" charset="0"/>
                <a:cs typeface="Segoe UI"/>
              </a:rPr>
              <a:t>‘</a:t>
            </a:r>
            <a:r>
              <a:rPr lang="en-US" cap="none" dirty="0" err="1">
                <a:solidFill>
                  <a:srgbClr val="FE8500"/>
                </a:solidFill>
                <a:latin typeface="Daytona Condensed" panose="020B0506030503040204" pitchFamily="34" charset="0"/>
                <a:cs typeface="Segoe UI"/>
              </a:rPr>
              <a:t>sysfs</a:t>
            </a:r>
            <a:r>
              <a:rPr lang="en-US" cap="none" dirty="0">
                <a:solidFill>
                  <a:srgbClr val="FE8500"/>
                </a:solidFill>
                <a:latin typeface="Daytona Condensed" panose="020B0506030503040204" pitchFamily="34" charset="0"/>
                <a:cs typeface="Segoe UI"/>
              </a:rPr>
              <a:t>’ </a:t>
            </a:r>
            <a:r>
              <a:rPr lang="en-US" cap="none" dirty="0">
                <a:latin typeface="Daytona Condensed" panose="020B0506030503040204" pitchFamily="34" charset="0"/>
                <a:cs typeface="Segoe UI"/>
              </a:rPr>
              <a:t>and </a:t>
            </a:r>
            <a:r>
              <a:rPr lang="en-US" cap="none" dirty="0">
                <a:solidFill>
                  <a:srgbClr val="FE8500"/>
                </a:solidFill>
                <a:latin typeface="Daytona Condensed" panose="020B0506030503040204" pitchFamily="34" charset="0"/>
                <a:cs typeface="Segoe UI"/>
              </a:rPr>
              <a:t>‘</a:t>
            </a:r>
            <a:r>
              <a:rPr lang="en-US" cap="none" dirty="0" err="1">
                <a:solidFill>
                  <a:srgbClr val="FE8500"/>
                </a:solidFill>
                <a:latin typeface="Daytona Condensed" panose="020B0506030503040204" pitchFamily="34" charset="0"/>
                <a:cs typeface="Segoe UI"/>
              </a:rPr>
              <a:t>procfs</a:t>
            </a:r>
            <a:r>
              <a:rPr lang="en-US" cap="none" dirty="0">
                <a:solidFill>
                  <a:srgbClr val="FE8500"/>
                </a:solidFill>
                <a:latin typeface="Daytona Condensed" panose="020B0506030503040204" pitchFamily="34" charset="0"/>
                <a:cs typeface="Segoe UI"/>
              </a:rPr>
              <a:t>’</a:t>
            </a:r>
            <a:r>
              <a:rPr lang="en-US" cap="none" dirty="0">
                <a:latin typeface="Daytona Condensed" panose="020B0506030503040204" pitchFamily="34" charset="0"/>
                <a:cs typeface="Segoe UI"/>
              </a:rPr>
              <a:t> interfaces and how relevant stats can be retrieved through them.</a:t>
            </a:r>
          </a:p>
          <a:p>
            <a:pPr>
              <a:spcBef>
                <a:spcPts val="0"/>
              </a:spcBef>
              <a:spcAft>
                <a:spcPts val="570"/>
              </a:spcAft>
              <a:buClr>
                <a:srgbClr val="002060"/>
              </a:buClr>
              <a:buFont typeface="Arial" panose="020B0604020202020204" pitchFamily="34" charset="0"/>
              <a:buChar char="•"/>
            </a:pPr>
            <a:r>
              <a:rPr lang="en-US" cap="none" dirty="0">
                <a:latin typeface="Daytona Condensed" panose="020B0506030503040204" pitchFamily="34" charset="0"/>
                <a:cs typeface="Segoe UI"/>
              </a:rPr>
              <a:t>Got more comfortable with QEMU. Worked on a VM setup with DRAM NUMA nodes to run basic experiments.</a:t>
            </a:r>
          </a:p>
          <a:p>
            <a:pPr>
              <a:spcBef>
                <a:spcPts val="0"/>
              </a:spcBef>
              <a:spcAft>
                <a:spcPts val="570"/>
              </a:spcAft>
              <a:buClr>
                <a:srgbClr val="002060"/>
              </a:buClr>
              <a:buFont typeface="Arial" panose="020B0604020202020204" pitchFamily="34" charset="0"/>
              <a:buChar char="•"/>
            </a:pPr>
            <a:r>
              <a:rPr lang="en-US" b="1" cap="none" dirty="0">
                <a:solidFill>
                  <a:srgbClr val="C00000"/>
                </a:solidFill>
                <a:latin typeface="Daytona Condensed" panose="020B0506030503040204" pitchFamily="34" charset="0"/>
                <a:cs typeface="Segoe UI"/>
              </a:rPr>
              <a:t>ISSUE</a:t>
            </a:r>
            <a:r>
              <a:rPr lang="en-US" cap="none" dirty="0">
                <a:solidFill>
                  <a:srgbClr val="C00000"/>
                </a:solidFill>
                <a:latin typeface="Daytona Condensed" panose="020B0506030503040204" pitchFamily="34" charset="0"/>
                <a:cs typeface="Segoe UI"/>
              </a:rPr>
              <a:t>: </a:t>
            </a:r>
            <a:r>
              <a:rPr lang="en-US" cap="none" dirty="0">
                <a:latin typeface="Daytona Condensed" panose="020B0506030503040204" pitchFamily="34" charset="0"/>
                <a:cs typeface="Segoe UI"/>
              </a:rPr>
              <a:t>DRAM NUMA nodes are kept in same memory tier, making it impossible to observe effect of </a:t>
            </a:r>
            <a:r>
              <a:rPr lang="en-US" cap="none" dirty="0" err="1">
                <a:latin typeface="Daytona Condensed" panose="020B0506030503040204" pitchFamily="34" charset="0"/>
                <a:cs typeface="Segoe UI"/>
              </a:rPr>
              <a:t>AutoNUMA</a:t>
            </a:r>
            <a:r>
              <a:rPr lang="en-US" cap="none" dirty="0">
                <a:latin typeface="Daytona Condensed" panose="020B0506030503040204" pitchFamily="34" charset="0"/>
                <a:cs typeface="Segoe UI"/>
              </a:rPr>
              <a:t> page promotion/demotion.</a:t>
            </a:r>
          </a:p>
          <a:p>
            <a:pPr lvl="1">
              <a:spcBef>
                <a:spcPts val="0"/>
              </a:spcBef>
              <a:spcAft>
                <a:spcPts val="570"/>
              </a:spcAft>
              <a:buClr>
                <a:srgbClr val="002060"/>
              </a:buClr>
              <a:buFont typeface="Wingdings" panose="05000000000000000000" pitchFamily="2" charset="2"/>
              <a:buChar char="v"/>
            </a:pPr>
            <a:r>
              <a:rPr lang="en-US" dirty="0">
                <a:solidFill>
                  <a:srgbClr val="C00000"/>
                </a:solidFill>
                <a:latin typeface="Daytona Condensed" panose="020B0506030503040204" pitchFamily="34" charset="0"/>
                <a:cs typeface="Segoe UI"/>
              </a:rPr>
              <a:t>Option 1</a:t>
            </a:r>
            <a:r>
              <a:rPr lang="en-US" dirty="0">
                <a:latin typeface="Daytona Condensed" panose="020B0506030503040204" pitchFamily="34" charset="0"/>
                <a:cs typeface="Segoe UI"/>
              </a:rPr>
              <a:t>: Emulate CXL memory in QEMU to achieve tiering.</a:t>
            </a:r>
          </a:p>
          <a:p>
            <a:pPr lvl="1">
              <a:spcBef>
                <a:spcPts val="0"/>
              </a:spcBef>
              <a:spcAft>
                <a:spcPts val="570"/>
              </a:spcAft>
              <a:buClr>
                <a:srgbClr val="002060"/>
              </a:buClr>
              <a:buFont typeface="Wingdings" panose="05000000000000000000" pitchFamily="2" charset="2"/>
              <a:buChar char="v"/>
            </a:pPr>
            <a:r>
              <a:rPr lang="en-US" cap="none" dirty="0">
                <a:solidFill>
                  <a:srgbClr val="C00000"/>
                </a:solidFill>
                <a:latin typeface="Daytona Condensed" panose="020B0506030503040204" pitchFamily="34" charset="0"/>
                <a:cs typeface="Segoe UI"/>
              </a:rPr>
              <a:t>Option 2</a:t>
            </a:r>
            <a:r>
              <a:rPr lang="en-US" cap="none" dirty="0">
                <a:latin typeface="Daytona Condensed" panose="020B0506030503040204" pitchFamily="34" charset="0"/>
                <a:cs typeface="Segoe UI"/>
              </a:rPr>
              <a:t>: Emulate memory tiering via DRAM NUMA nodes only.</a:t>
            </a:r>
          </a:p>
        </p:txBody>
      </p:sp>
      <p:sp>
        <p:nvSpPr>
          <p:cNvPr id="5" name="Slide Number Placeholder 4">
            <a:extLst>
              <a:ext uri="{FF2B5EF4-FFF2-40B4-BE49-F238E27FC236}">
                <a16:creationId xmlns:a16="http://schemas.microsoft.com/office/drawing/2014/main" id="{D82816E1-9FBB-9AC5-BFD3-85F0CDD41C99}"/>
              </a:ext>
            </a:extLst>
          </p:cNvPr>
          <p:cNvSpPr>
            <a:spLocks noGrp="1"/>
          </p:cNvSpPr>
          <p:nvPr>
            <p:ph type="sldNum"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75DF2D63-3FF5-D547-96B9-BE9CCD1ABA58}" type="slidenum">
              <a:rPr kumimoji="0" lang="en-US" sz="1200" b="0" i="0" u="none" strike="noStrike" kern="1200" cap="all" spc="200" normalizeH="0" baseline="0" noProof="0" smtClean="0">
                <a:ln>
                  <a:noFill/>
                </a:ln>
                <a:solidFill>
                  <a:srgbClr val="96D3ED"/>
                </a:solidFill>
                <a:effectLst/>
                <a:uLnTx/>
                <a:uFillTx/>
                <a:latin typeface="Posterama" panose="020B0504020200020000"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all" spc="200" normalizeH="0" baseline="0" noProof="0">
              <a:ln>
                <a:noFill/>
              </a:ln>
              <a:solidFill>
                <a:srgbClr val="96D3ED"/>
              </a:solidFill>
              <a:effectLst/>
              <a:uLnTx/>
              <a:uFillTx/>
              <a:latin typeface="Posterama" panose="020B0504020200020000" pitchFamily="34" charset="0"/>
              <a:ea typeface="+mn-ea"/>
              <a:cs typeface="+mn-cs"/>
            </a:endParaRPr>
          </a:p>
        </p:txBody>
      </p:sp>
    </p:spTree>
    <p:extLst>
      <p:ext uri="{BB962C8B-B14F-4D97-AF65-F5344CB8AC3E}">
        <p14:creationId xmlns:p14="http://schemas.microsoft.com/office/powerpoint/2010/main" val="603564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957C1-8678-89F3-D001-FD353787DA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F0F4B0-49D1-41E8-8061-660BD8A6E616}"/>
              </a:ext>
            </a:extLst>
          </p:cNvPr>
          <p:cNvSpPr>
            <a:spLocks noGrp="1"/>
          </p:cNvSpPr>
          <p:nvPr>
            <p:ph type="title"/>
          </p:nvPr>
        </p:nvSpPr>
        <p:spPr>
          <a:xfrm>
            <a:off x="1280159" y="1097280"/>
            <a:ext cx="8463609" cy="741352"/>
          </a:xfrm>
        </p:spPr>
        <p:txBody>
          <a:bodyPr/>
          <a:lstStyle/>
          <a:p>
            <a:r>
              <a:rPr lang="en-US" dirty="0"/>
              <a:t>Two options</a:t>
            </a:r>
            <a:endParaRPr lang="en-IN" dirty="0"/>
          </a:p>
        </p:txBody>
      </p:sp>
      <p:sp>
        <p:nvSpPr>
          <p:cNvPr id="3" name="Content Placeholder 2">
            <a:extLst>
              <a:ext uri="{FF2B5EF4-FFF2-40B4-BE49-F238E27FC236}">
                <a16:creationId xmlns:a16="http://schemas.microsoft.com/office/drawing/2014/main" id="{BFAF0F5C-310A-F833-F7DB-E1E03E15F00E}"/>
              </a:ext>
            </a:extLst>
          </p:cNvPr>
          <p:cNvSpPr>
            <a:spLocks noGrp="1"/>
          </p:cNvSpPr>
          <p:nvPr>
            <p:ph idx="1"/>
          </p:nvPr>
        </p:nvSpPr>
        <p:spPr>
          <a:xfrm>
            <a:off x="1172003" y="1759974"/>
            <a:ext cx="10371068" cy="4788309"/>
          </a:xfrm>
        </p:spPr>
        <p:txBody>
          <a:bodyPr>
            <a:normAutofit/>
          </a:bodyPr>
          <a:lstStyle/>
          <a:p>
            <a:pPr>
              <a:spcBef>
                <a:spcPts val="0"/>
              </a:spcBef>
              <a:spcAft>
                <a:spcPts val="570"/>
              </a:spcAft>
              <a:buClr>
                <a:srgbClr val="002060"/>
              </a:buClr>
              <a:buFont typeface="Arial" panose="020B0604020202020204" pitchFamily="34" charset="0"/>
              <a:buChar char="•"/>
            </a:pPr>
            <a:r>
              <a:rPr lang="en-US" sz="2300" cap="none" dirty="0">
                <a:solidFill>
                  <a:srgbClr val="C00000"/>
                </a:solidFill>
                <a:latin typeface="Daytona Condensed" panose="020B0506030503040204" pitchFamily="34" charset="0"/>
                <a:cs typeface="Segoe UI"/>
              </a:rPr>
              <a:t>Option 1</a:t>
            </a:r>
            <a:r>
              <a:rPr lang="en-US" sz="2300" cap="none" dirty="0">
                <a:latin typeface="Daytona Condensed" panose="020B0506030503040204" pitchFamily="34" charset="0"/>
                <a:cs typeface="Segoe UI"/>
              </a:rPr>
              <a:t>: CXL emulation support in QEMU:</a:t>
            </a:r>
          </a:p>
          <a:p>
            <a:pPr lvl="1">
              <a:spcBef>
                <a:spcPts val="0"/>
              </a:spcBef>
              <a:spcAft>
                <a:spcPts val="570"/>
              </a:spcAft>
              <a:buClr>
                <a:srgbClr val="002060"/>
              </a:buClr>
              <a:buFont typeface="Arial" panose="020B0604020202020204" pitchFamily="34" charset="0"/>
              <a:buChar char="•"/>
            </a:pPr>
            <a:r>
              <a:rPr lang="en-US" sz="1900" dirty="0">
                <a:latin typeface="Daytona Condensed" panose="020B0506030503040204" pitchFamily="34" charset="0"/>
                <a:cs typeface="Segoe UI"/>
              </a:rPr>
              <a:t>QEMU CXL support has been consistently improving. Spent some time going through documentation ([1], [2], [3]) and </a:t>
            </a:r>
            <a:r>
              <a:rPr lang="en-US" sz="1900" b="1" dirty="0">
                <a:latin typeface="Daytona Condensed" panose="020B0506030503040204" pitchFamily="34" charset="0"/>
                <a:cs typeface="Segoe UI"/>
              </a:rPr>
              <a:t>was able to boot VM </a:t>
            </a:r>
            <a:r>
              <a:rPr lang="en-US" sz="1900" dirty="0">
                <a:latin typeface="Daytona Condensed" panose="020B0506030503040204" pitchFamily="34" charset="0"/>
                <a:cs typeface="Segoe UI"/>
              </a:rPr>
              <a:t>with a </a:t>
            </a:r>
            <a:r>
              <a:rPr lang="en-US" sz="1900" b="1" dirty="0">
                <a:latin typeface="Daytona Condensed" panose="020B0506030503040204" pitchFamily="34" charset="0"/>
                <a:cs typeface="Segoe UI"/>
              </a:rPr>
              <a:t>CXL-enabled CPU-less NUMA node</a:t>
            </a:r>
            <a:r>
              <a:rPr lang="en-US" sz="1900" dirty="0">
                <a:latin typeface="Daytona Condensed" panose="020B0506030503040204" pitchFamily="34" charset="0"/>
                <a:cs typeface="Segoe UI"/>
              </a:rPr>
              <a:t>.</a:t>
            </a:r>
          </a:p>
          <a:p>
            <a:pPr lvl="1">
              <a:spcBef>
                <a:spcPts val="0"/>
              </a:spcBef>
              <a:spcAft>
                <a:spcPts val="570"/>
              </a:spcAft>
              <a:buClr>
                <a:srgbClr val="002060"/>
              </a:buClr>
              <a:buFont typeface="Arial" panose="020B0604020202020204" pitchFamily="34" charset="0"/>
              <a:buChar char="•"/>
            </a:pPr>
            <a:r>
              <a:rPr lang="en-US" sz="1900" dirty="0">
                <a:latin typeface="Daytona Condensed" panose="020B0506030503040204" pitchFamily="34" charset="0"/>
                <a:cs typeface="Segoe UI"/>
              </a:rPr>
              <a:t>However, it doesn’t support KVM yet. And any memory-intensive program touching the remote node runs </a:t>
            </a:r>
            <a:r>
              <a:rPr lang="en-US" sz="1900" b="1" dirty="0">
                <a:latin typeface="Daytona Condensed" panose="020B0506030503040204" pitchFamily="34" charset="0"/>
                <a:cs typeface="Segoe UI"/>
              </a:rPr>
              <a:t>terribly slow.</a:t>
            </a:r>
          </a:p>
          <a:p>
            <a:pPr lvl="1">
              <a:spcBef>
                <a:spcPts val="0"/>
              </a:spcBef>
              <a:spcAft>
                <a:spcPts val="570"/>
              </a:spcAft>
              <a:buClr>
                <a:srgbClr val="002060"/>
              </a:buClr>
              <a:buFont typeface="Arial" panose="020B0604020202020204" pitchFamily="34" charset="0"/>
              <a:buChar char="•"/>
            </a:pPr>
            <a:r>
              <a:rPr lang="en-US" sz="1900" dirty="0">
                <a:latin typeface="Daytona Condensed" panose="020B0506030503040204" pitchFamily="34" charset="0"/>
                <a:cs typeface="Segoe UI"/>
              </a:rPr>
              <a:t>Also looking at this QEMU issue [4], perhaps as things currently stand, CXL with QEMU is suitable only for driver development and not benchmarking purposes. Have tried documenting all this in detail.</a:t>
            </a:r>
          </a:p>
          <a:p>
            <a:pPr>
              <a:spcBef>
                <a:spcPts val="0"/>
              </a:spcBef>
              <a:spcAft>
                <a:spcPts val="570"/>
              </a:spcAft>
              <a:buClr>
                <a:srgbClr val="002060"/>
              </a:buClr>
              <a:buFont typeface="Arial" panose="020B0604020202020204" pitchFamily="34" charset="0"/>
              <a:buChar char="•"/>
            </a:pPr>
            <a:r>
              <a:rPr lang="en-US" sz="2300" cap="none" dirty="0">
                <a:solidFill>
                  <a:srgbClr val="C00000"/>
                </a:solidFill>
                <a:latin typeface="Daytona Condensed" panose="020B0506030503040204" pitchFamily="34" charset="0"/>
                <a:cs typeface="Segoe UI"/>
              </a:rPr>
              <a:t>Option 2</a:t>
            </a:r>
            <a:r>
              <a:rPr lang="en-US" sz="2300" cap="none" dirty="0">
                <a:latin typeface="Daytona Condensed" panose="020B0506030503040204" pitchFamily="34" charset="0"/>
                <a:cs typeface="Segoe UI"/>
              </a:rPr>
              <a:t>: Memory tiering with DRAM NUMA nodes</a:t>
            </a:r>
          </a:p>
          <a:p>
            <a:pPr lvl="1">
              <a:spcBef>
                <a:spcPts val="0"/>
              </a:spcBef>
              <a:spcAft>
                <a:spcPts val="570"/>
              </a:spcAft>
              <a:buClr>
                <a:srgbClr val="002060"/>
              </a:buClr>
              <a:buFont typeface="Arial" panose="020B0604020202020204" pitchFamily="34" charset="0"/>
              <a:buChar char="•"/>
            </a:pPr>
            <a:r>
              <a:rPr lang="en-US" sz="1900" dirty="0">
                <a:latin typeface="Daytona Condensed" panose="020B0506030503040204" pitchFamily="34" charset="0"/>
                <a:cs typeface="Segoe UI"/>
              </a:rPr>
              <a:t>Thanks to this kernel patch [5], specifying HMAT attributes in QEMU script [6] allows kernel to see different tiers for a CPU-less remote DRAM NUMA node (hence no local patch needed).</a:t>
            </a:r>
          </a:p>
          <a:p>
            <a:pPr lvl="1">
              <a:spcBef>
                <a:spcPts val="0"/>
              </a:spcBef>
              <a:spcAft>
                <a:spcPts val="570"/>
              </a:spcAft>
              <a:buClr>
                <a:srgbClr val="002060"/>
              </a:buClr>
              <a:buFont typeface="Arial" panose="020B0604020202020204" pitchFamily="34" charset="0"/>
              <a:buChar char="•"/>
            </a:pPr>
            <a:r>
              <a:rPr lang="en-US" sz="1900" dirty="0">
                <a:latin typeface="Daytona Condensed" panose="020B0506030503040204" pitchFamily="34" charset="0"/>
                <a:cs typeface="Segoe UI"/>
              </a:rPr>
              <a:t>Hence able to emulate a </a:t>
            </a:r>
            <a:r>
              <a:rPr lang="en-US" sz="1900" b="1" dirty="0">
                <a:latin typeface="Daytona Condensed" panose="020B0506030503040204" pitchFamily="34" charset="0"/>
                <a:cs typeface="Segoe UI"/>
              </a:rPr>
              <a:t>CPU-less node with custom latency and bandwidth </a:t>
            </a:r>
            <a:r>
              <a:rPr lang="en-US" sz="1900" dirty="0">
                <a:latin typeface="Daytona Condensed" panose="020B0506030503040204" pitchFamily="34" charset="0"/>
                <a:cs typeface="Segoe UI"/>
              </a:rPr>
              <a:t>values (taken from [7]) in different tiers. Thus, able to </a:t>
            </a:r>
            <a:r>
              <a:rPr lang="en-US" sz="1900" b="1" dirty="0">
                <a:latin typeface="Daytona Condensed" panose="020B0506030503040204" pitchFamily="34" charset="0"/>
                <a:cs typeface="Segoe UI"/>
              </a:rPr>
              <a:t>emulate effect of </a:t>
            </a:r>
            <a:r>
              <a:rPr lang="en-US" sz="1900" b="1" dirty="0" err="1">
                <a:latin typeface="Daytona Condensed" panose="020B0506030503040204" pitchFamily="34" charset="0"/>
                <a:cs typeface="Segoe UI"/>
              </a:rPr>
              <a:t>AutoNUMA</a:t>
            </a:r>
            <a:r>
              <a:rPr lang="en-US" sz="1900" b="1" dirty="0">
                <a:latin typeface="Daytona Condensed" panose="020B0506030503040204" pitchFamily="34" charset="0"/>
                <a:cs typeface="Segoe UI"/>
              </a:rPr>
              <a:t> promotions</a:t>
            </a:r>
            <a:r>
              <a:rPr lang="en-US" sz="1900" dirty="0">
                <a:latin typeface="Daytona Condensed" panose="020B0506030503040204" pitchFamily="34" charset="0"/>
                <a:cs typeface="Segoe UI"/>
              </a:rPr>
              <a:t> and demotions successfully. [11]</a:t>
            </a:r>
          </a:p>
          <a:p>
            <a:pPr>
              <a:spcBef>
                <a:spcPts val="0"/>
              </a:spcBef>
              <a:spcAft>
                <a:spcPts val="570"/>
              </a:spcAft>
              <a:buClr>
                <a:srgbClr val="002060"/>
              </a:buClr>
              <a:buFont typeface="Arial" panose="020B0604020202020204" pitchFamily="34" charset="0"/>
              <a:buChar char="•"/>
            </a:pPr>
            <a:endParaRPr lang="en-US" cap="none" dirty="0">
              <a:latin typeface="Daytona Condensed" panose="020B0506030503040204" pitchFamily="34" charset="0"/>
              <a:cs typeface="Segoe UI"/>
            </a:endParaRPr>
          </a:p>
        </p:txBody>
      </p:sp>
      <p:sp>
        <p:nvSpPr>
          <p:cNvPr id="5" name="Slide Number Placeholder 4">
            <a:extLst>
              <a:ext uri="{FF2B5EF4-FFF2-40B4-BE49-F238E27FC236}">
                <a16:creationId xmlns:a16="http://schemas.microsoft.com/office/drawing/2014/main" id="{8FD94648-E7DF-1EDB-492E-D392F470E737}"/>
              </a:ext>
            </a:extLst>
          </p:cNvPr>
          <p:cNvSpPr>
            <a:spLocks noGrp="1"/>
          </p:cNvSpPr>
          <p:nvPr>
            <p:ph type="sldNum"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75DF2D63-3FF5-D547-96B9-BE9CCD1ABA58}" type="slidenum">
              <a:rPr kumimoji="0" lang="en-US" sz="1200" b="0" i="0" u="none" strike="noStrike" kern="1200" cap="all" spc="200" normalizeH="0" baseline="0" noProof="0" smtClean="0">
                <a:ln>
                  <a:noFill/>
                </a:ln>
                <a:solidFill>
                  <a:srgbClr val="96D3ED"/>
                </a:solidFill>
                <a:effectLst/>
                <a:uLnTx/>
                <a:uFillTx/>
                <a:latin typeface="Posterama" panose="020B0504020200020000"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all" spc="200" normalizeH="0" baseline="0" noProof="0">
              <a:ln>
                <a:noFill/>
              </a:ln>
              <a:solidFill>
                <a:srgbClr val="96D3ED"/>
              </a:solidFill>
              <a:effectLst/>
              <a:uLnTx/>
              <a:uFillTx/>
              <a:latin typeface="Posterama" panose="020B0504020200020000" pitchFamily="34" charset="0"/>
              <a:ea typeface="+mn-ea"/>
              <a:cs typeface="+mn-cs"/>
            </a:endParaRPr>
          </a:p>
        </p:txBody>
      </p:sp>
    </p:spTree>
    <p:extLst>
      <p:ext uri="{BB962C8B-B14F-4D97-AF65-F5344CB8AC3E}">
        <p14:creationId xmlns:p14="http://schemas.microsoft.com/office/powerpoint/2010/main" val="40039421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099F1-2745-1F22-9962-BA3C8086FE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17F8CA-5CE8-C085-FF0E-66D5584F84E9}"/>
              </a:ext>
            </a:extLst>
          </p:cNvPr>
          <p:cNvSpPr>
            <a:spLocks noGrp="1"/>
          </p:cNvSpPr>
          <p:nvPr>
            <p:ph type="title"/>
          </p:nvPr>
        </p:nvSpPr>
        <p:spPr>
          <a:xfrm>
            <a:off x="1280159" y="1097280"/>
            <a:ext cx="8463609" cy="741352"/>
          </a:xfrm>
        </p:spPr>
        <p:txBody>
          <a:bodyPr/>
          <a:lstStyle/>
          <a:p>
            <a:r>
              <a:rPr lang="en-US" dirty="0" err="1"/>
              <a:t>Hmsdk</a:t>
            </a:r>
            <a:r>
              <a:rPr lang="en-US" dirty="0"/>
              <a:t> and </a:t>
            </a:r>
            <a:r>
              <a:rPr lang="en-US" dirty="0" err="1"/>
              <a:t>damon</a:t>
            </a:r>
            <a:endParaRPr lang="en-IN" dirty="0"/>
          </a:p>
        </p:txBody>
      </p:sp>
      <p:sp>
        <p:nvSpPr>
          <p:cNvPr id="3" name="Content Placeholder 2">
            <a:extLst>
              <a:ext uri="{FF2B5EF4-FFF2-40B4-BE49-F238E27FC236}">
                <a16:creationId xmlns:a16="http://schemas.microsoft.com/office/drawing/2014/main" id="{20DF09B7-7430-2992-3310-99A5D2E9A97C}"/>
              </a:ext>
            </a:extLst>
          </p:cNvPr>
          <p:cNvSpPr>
            <a:spLocks noGrp="1"/>
          </p:cNvSpPr>
          <p:nvPr>
            <p:ph idx="1"/>
          </p:nvPr>
        </p:nvSpPr>
        <p:spPr>
          <a:xfrm>
            <a:off x="1280159" y="1887793"/>
            <a:ext cx="10253080" cy="4788309"/>
          </a:xfrm>
        </p:spPr>
        <p:txBody>
          <a:bodyPr>
            <a:normAutofit/>
          </a:bodyPr>
          <a:lstStyle/>
          <a:p>
            <a:pPr>
              <a:spcBef>
                <a:spcPts val="0"/>
              </a:spcBef>
              <a:spcAft>
                <a:spcPts val="570"/>
              </a:spcAft>
              <a:buClr>
                <a:srgbClr val="002060"/>
              </a:buClr>
              <a:buFont typeface="Arial" panose="020B0604020202020204" pitchFamily="34" charset="0"/>
              <a:buChar char="•"/>
            </a:pPr>
            <a:r>
              <a:rPr lang="en-US" sz="2300" cap="none" dirty="0">
                <a:latin typeface="Daytona Condensed" panose="020B0506030503040204" pitchFamily="34" charset="0"/>
                <a:cs typeface="Segoe UI"/>
              </a:rPr>
              <a:t>For memory tiering use case, HMSDK extended existing DAMOS framework by adding two new actions : </a:t>
            </a:r>
            <a:r>
              <a:rPr lang="en-US" sz="2300" b="1" cap="none" dirty="0" err="1">
                <a:solidFill>
                  <a:srgbClr val="FE8500"/>
                </a:solidFill>
                <a:latin typeface="Daytona Condensed" panose="020B0506030503040204" pitchFamily="34" charset="0"/>
                <a:cs typeface="Segoe UI"/>
              </a:rPr>
              <a:t>migrate_hot</a:t>
            </a:r>
            <a:r>
              <a:rPr lang="en-US" sz="2300" b="1" cap="none" dirty="0">
                <a:solidFill>
                  <a:srgbClr val="FE8500"/>
                </a:solidFill>
                <a:latin typeface="Daytona Condensed" panose="020B0506030503040204" pitchFamily="34" charset="0"/>
                <a:cs typeface="Segoe UI"/>
              </a:rPr>
              <a:t> </a:t>
            </a:r>
            <a:r>
              <a:rPr lang="en-US" sz="2300" cap="none" dirty="0">
                <a:latin typeface="Daytona Condensed" panose="020B0506030503040204" pitchFamily="34" charset="0"/>
                <a:cs typeface="Segoe UI"/>
              </a:rPr>
              <a:t>and </a:t>
            </a:r>
            <a:r>
              <a:rPr lang="en-US" sz="2300" b="1" cap="none" dirty="0">
                <a:solidFill>
                  <a:schemeClr val="accent1">
                    <a:lumMod val="75000"/>
                  </a:schemeClr>
                </a:solidFill>
                <a:latin typeface="Daytona Condensed" panose="020B0506030503040204" pitchFamily="34" charset="0"/>
                <a:cs typeface="Segoe UI"/>
              </a:rPr>
              <a:t>migrate cold</a:t>
            </a:r>
            <a:r>
              <a:rPr lang="en-US" sz="2300" cap="none" dirty="0">
                <a:latin typeface="Daytona Condensed" panose="020B0506030503040204" pitchFamily="34" charset="0"/>
                <a:cs typeface="Segoe UI"/>
              </a:rPr>
              <a:t>. However, since they got </a:t>
            </a:r>
            <a:r>
              <a:rPr lang="en-US" sz="2300" cap="none" dirty="0" err="1">
                <a:latin typeface="Daytona Condensed" panose="020B0506030503040204" pitchFamily="34" charset="0"/>
                <a:cs typeface="Segoe UI"/>
              </a:rPr>
              <a:t>upstreamed</a:t>
            </a:r>
            <a:r>
              <a:rPr lang="en-US" sz="2300" cap="none" dirty="0">
                <a:latin typeface="Daytona Condensed" panose="020B0506030503040204" pitchFamily="34" charset="0"/>
                <a:cs typeface="Segoe UI"/>
              </a:rPr>
              <a:t>, it now only provides a Python script to generate YAML config for starting DAMON.</a:t>
            </a:r>
          </a:p>
          <a:p>
            <a:pPr>
              <a:spcBef>
                <a:spcPts val="0"/>
              </a:spcBef>
              <a:spcAft>
                <a:spcPts val="570"/>
              </a:spcAft>
              <a:buClr>
                <a:srgbClr val="002060"/>
              </a:buClr>
              <a:buFont typeface="Arial" panose="020B0604020202020204" pitchFamily="34" charset="0"/>
              <a:buChar char="•"/>
            </a:pPr>
            <a:r>
              <a:rPr lang="en-US" sz="2300" cap="none" dirty="0">
                <a:latin typeface="Daytona Condensed" panose="020B0506030503040204" pitchFamily="34" charset="0"/>
                <a:cs typeface="Segoe UI"/>
              </a:rPr>
              <a:t>However, since HMSDK’s last update, DAMON itself has received updates [8] and now supports:</a:t>
            </a:r>
          </a:p>
          <a:p>
            <a:pPr lvl="1">
              <a:spcBef>
                <a:spcPts val="0"/>
              </a:spcBef>
              <a:spcAft>
                <a:spcPts val="570"/>
              </a:spcAft>
              <a:buClr>
                <a:srgbClr val="002060"/>
              </a:buClr>
              <a:buFont typeface="Wingdings" panose="05000000000000000000" pitchFamily="2" charset="2"/>
              <a:buChar char="v"/>
            </a:pPr>
            <a:r>
              <a:rPr lang="en-US" sz="1900" dirty="0">
                <a:latin typeface="Daytona Condensed" panose="020B0506030503040204" pitchFamily="34" charset="0"/>
                <a:cs typeface="Segoe UI"/>
              </a:rPr>
              <a:t>Applying separate DAMOS actions for different NUMA nodes from command line (making YAML generation redundant).</a:t>
            </a:r>
          </a:p>
          <a:p>
            <a:pPr lvl="1">
              <a:spcBef>
                <a:spcPts val="0"/>
              </a:spcBef>
              <a:spcAft>
                <a:spcPts val="570"/>
              </a:spcAft>
              <a:buClr>
                <a:srgbClr val="002060"/>
              </a:buClr>
              <a:buFont typeface="Wingdings" panose="05000000000000000000" pitchFamily="2" charset="2"/>
              <a:buChar char="v"/>
            </a:pPr>
            <a:r>
              <a:rPr lang="en-US" sz="1900" dirty="0">
                <a:latin typeface="Daytona Condensed" panose="020B0506030503040204" pitchFamily="34" charset="0"/>
                <a:cs typeface="Segoe UI"/>
              </a:rPr>
              <a:t>Introduced quota goals defined by used or free memory %age on a node, for self-tuned hotness/coldness thresholds for improved memory tiering.</a:t>
            </a:r>
          </a:p>
          <a:p>
            <a:pPr lvl="1">
              <a:spcBef>
                <a:spcPts val="0"/>
              </a:spcBef>
              <a:spcAft>
                <a:spcPts val="570"/>
              </a:spcAft>
              <a:buClr>
                <a:srgbClr val="002060"/>
              </a:buClr>
              <a:buFont typeface="Wingdings" panose="05000000000000000000" pitchFamily="2" charset="2"/>
              <a:buChar char="v"/>
            </a:pPr>
            <a:r>
              <a:rPr lang="en-US" sz="1900" dirty="0">
                <a:latin typeface="Daytona Condensed" panose="020B0506030503040204" pitchFamily="34" charset="0"/>
                <a:cs typeface="Segoe UI"/>
              </a:rPr>
              <a:t>Support auto-tuning of monitoring intervals as well as quotas based on defined goals. This enables to extract better performance from DAMON without requiring manual tuning.</a:t>
            </a:r>
          </a:p>
          <a:p>
            <a:pPr lvl="1">
              <a:spcBef>
                <a:spcPts val="0"/>
              </a:spcBef>
              <a:spcAft>
                <a:spcPts val="570"/>
              </a:spcAft>
              <a:buClr>
                <a:srgbClr val="002060"/>
              </a:buClr>
              <a:buFont typeface="Wingdings" panose="05000000000000000000" pitchFamily="2" charset="2"/>
              <a:buChar char="v"/>
            </a:pPr>
            <a:r>
              <a:rPr lang="en-US" sz="1900" dirty="0">
                <a:latin typeface="Daytona Condensed" panose="020B0506030503040204" pitchFamily="34" charset="0"/>
                <a:cs typeface="Segoe UI"/>
              </a:rPr>
              <a:t>Automatic updates to DAMON stats exposed via </a:t>
            </a:r>
            <a:r>
              <a:rPr lang="en-US" sz="1900" dirty="0" err="1">
                <a:latin typeface="Daytona Condensed" panose="020B0506030503040204" pitchFamily="34" charset="0"/>
                <a:cs typeface="Segoe UI"/>
              </a:rPr>
              <a:t>sysfs</a:t>
            </a:r>
            <a:r>
              <a:rPr lang="en-US" sz="1900" dirty="0">
                <a:latin typeface="Daytona Condensed" panose="020B0506030503040204" pitchFamily="34" charset="0"/>
                <a:cs typeface="Segoe UI"/>
              </a:rPr>
              <a:t>, allowing faster retrieval at time of access [9].</a:t>
            </a:r>
          </a:p>
        </p:txBody>
      </p:sp>
      <p:sp>
        <p:nvSpPr>
          <p:cNvPr id="5" name="Slide Number Placeholder 4">
            <a:extLst>
              <a:ext uri="{FF2B5EF4-FFF2-40B4-BE49-F238E27FC236}">
                <a16:creationId xmlns:a16="http://schemas.microsoft.com/office/drawing/2014/main" id="{1C8B7292-767E-F07B-F759-DBB5028F8F7A}"/>
              </a:ext>
            </a:extLst>
          </p:cNvPr>
          <p:cNvSpPr>
            <a:spLocks noGrp="1"/>
          </p:cNvSpPr>
          <p:nvPr>
            <p:ph type="sldNum"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75DF2D63-3FF5-D547-96B9-BE9CCD1ABA58}" type="slidenum">
              <a:rPr kumimoji="0" lang="en-US" sz="1200" b="0" i="0" u="none" strike="noStrike" kern="1200" cap="all" spc="200" normalizeH="0" baseline="0" noProof="0" smtClean="0">
                <a:ln>
                  <a:noFill/>
                </a:ln>
                <a:solidFill>
                  <a:srgbClr val="96D3ED"/>
                </a:solidFill>
                <a:effectLst/>
                <a:uLnTx/>
                <a:uFillTx/>
                <a:latin typeface="Posterama" panose="020B0504020200020000"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all" spc="200" normalizeH="0" baseline="0" noProof="0">
              <a:ln>
                <a:noFill/>
              </a:ln>
              <a:solidFill>
                <a:srgbClr val="96D3ED"/>
              </a:solidFill>
              <a:effectLst/>
              <a:uLnTx/>
              <a:uFillTx/>
              <a:latin typeface="Posterama" panose="020B0504020200020000" pitchFamily="34" charset="0"/>
              <a:ea typeface="+mn-ea"/>
              <a:cs typeface="+mn-cs"/>
            </a:endParaRPr>
          </a:p>
        </p:txBody>
      </p:sp>
    </p:spTree>
    <p:extLst>
      <p:ext uri="{BB962C8B-B14F-4D97-AF65-F5344CB8AC3E}">
        <p14:creationId xmlns:p14="http://schemas.microsoft.com/office/powerpoint/2010/main" val="23647979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77C6F-1BDC-E874-2765-1BB994AABE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1C7FC2-6CD9-62D3-9E86-E799285251F0}"/>
              </a:ext>
            </a:extLst>
          </p:cNvPr>
          <p:cNvSpPr>
            <a:spLocks noGrp="1"/>
          </p:cNvSpPr>
          <p:nvPr>
            <p:ph type="title"/>
          </p:nvPr>
        </p:nvSpPr>
        <p:spPr>
          <a:xfrm>
            <a:off x="1280159" y="1097280"/>
            <a:ext cx="8463609" cy="741352"/>
          </a:xfrm>
        </p:spPr>
        <p:txBody>
          <a:bodyPr/>
          <a:lstStyle/>
          <a:p>
            <a:r>
              <a:rPr lang="en-US" dirty="0"/>
              <a:t>Findings and learnings</a:t>
            </a:r>
            <a:endParaRPr lang="en-IN" dirty="0"/>
          </a:p>
        </p:txBody>
      </p:sp>
      <p:sp>
        <p:nvSpPr>
          <p:cNvPr id="3" name="Content Placeholder 2">
            <a:extLst>
              <a:ext uri="{FF2B5EF4-FFF2-40B4-BE49-F238E27FC236}">
                <a16:creationId xmlns:a16="http://schemas.microsoft.com/office/drawing/2014/main" id="{358FA87C-61DE-FFFE-9002-F945A340CCF3}"/>
              </a:ext>
            </a:extLst>
          </p:cNvPr>
          <p:cNvSpPr>
            <a:spLocks noGrp="1"/>
          </p:cNvSpPr>
          <p:nvPr>
            <p:ph idx="1"/>
          </p:nvPr>
        </p:nvSpPr>
        <p:spPr>
          <a:xfrm>
            <a:off x="1280158" y="1917290"/>
            <a:ext cx="10233415" cy="4102511"/>
          </a:xfrm>
        </p:spPr>
        <p:txBody>
          <a:bodyPr>
            <a:normAutofit/>
          </a:bodyPr>
          <a:lstStyle/>
          <a:p>
            <a:pPr>
              <a:spcBef>
                <a:spcPts val="0"/>
              </a:spcBef>
              <a:spcAft>
                <a:spcPts val="570"/>
              </a:spcAft>
              <a:buClr>
                <a:srgbClr val="002060"/>
              </a:buClr>
              <a:buFont typeface="Arial" panose="020B0604020202020204" pitchFamily="34" charset="0"/>
              <a:buChar char="•"/>
            </a:pPr>
            <a:r>
              <a:rPr lang="en-US" sz="2200" cap="none" dirty="0">
                <a:latin typeface="Daytona Condensed" panose="020B0506030503040204" pitchFamily="34" charset="0"/>
                <a:cs typeface="Segoe UI"/>
              </a:rPr>
              <a:t>Learnt about </a:t>
            </a:r>
            <a:r>
              <a:rPr lang="en-US" sz="2200" cap="none" dirty="0">
                <a:solidFill>
                  <a:srgbClr val="0070C0"/>
                </a:solidFill>
                <a:latin typeface="Daytona Condensed" panose="020B0506030503040204" pitchFamily="34" charset="0"/>
                <a:cs typeface="Segoe UI"/>
              </a:rPr>
              <a:t>design of DAMON</a:t>
            </a:r>
            <a:r>
              <a:rPr lang="en-US" sz="2200" cap="none" dirty="0">
                <a:latin typeface="Daytona Condensed" panose="020B0506030503040204" pitchFamily="34" charset="0"/>
                <a:cs typeface="Segoe UI"/>
              </a:rPr>
              <a:t> through its docs and slides, </a:t>
            </a:r>
            <a:r>
              <a:rPr lang="en-US" sz="2200" cap="none" dirty="0" err="1">
                <a:latin typeface="Daytona Condensed" panose="020B0506030503040204" pitchFamily="34" charset="0"/>
                <a:cs typeface="Segoe UI"/>
              </a:rPr>
              <a:t>realised</a:t>
            </a:r>
            <a:r>
              <a:rPr lang="en-US" sz="2200" cap="none" dirty="0">
                <a:latin typeface="Daytona Condensed" panose="020B0506030503040204" pitchFamily="34" charset="0"/>
                <a:cs typeface="Segoe UI"/>
              </a:rPr>
              <a:t> using latest DAMON instead of HMSDK would be better.</a:t>
            </a:r>
          </a:p>
          <a:p>
            <a:pPr>
              <a:spcBef>
                <a:spcPts val="0"/>
              </a:spcBef>
              <a:spcAft>
                <a:spcPts val="570"/>
              </a:spcAft>
              <a:buClr>
                <a:srgbClr val="002060"/>
              </a:buClr>
              <a:buFont typeface="Arial" panose="020B0604020202020204" pitchFamily="34" charset="0"/>
              <a:buChar char="•"/>
            </a:pPr>
            <a:r>
              <a:rPr lang="en-US" sz="2200" cap="none" dirty="0">
                <a:latin typeface="Daytona Condensed" panose="020B0506030503040204" pitchFamily="34" charset="0"/>
                <a:cs typeface="Segoe UI"/>
              </a:rPr>
              <a:t>Looked for counters comparable to ‘</a:t>
            </a:r>
            <a:r>
              <a:rPr lang="en-US" sz="2200" cap="none" dirty="0" err="1">
                <a:latin typeface="Daytona Condensed" panose="020B0506030503040204" pitchFamily="34" charset="0"/>
                <a:cs typeface="Segoe UI"/>
              </a:rPr>
              <a:t>pgpromote</a:t>
            </a:r>
            <a:r>
              <a:rPr lang="en-US" sz="2200" cap="none" dirty="0">
                <a:latin typeface="Daytona Condensed" panose="020B0506030503040204" pitchFamily="34" charset="0"/>
                <a:cs typeface="Segoe UI"/>
              </a:rPr>
              <a:t>’ of </a:t>
            </a:r>
            <a:r>
              <a:rPr lang="en-US" sz="2200" cap="none" dirty="0" err="1">
                <a:latin typeface="Daytona Condensed" panose="020B0506030503040204" pitchFamily="34" charset="0"/>
                <a:cs typeface="Segoe UI"/>
              </a:rPr>
              <a:t>AutoNUMA</a:t>
            </a:r>
            <a:r>
              <a:rPr lang="en-US" sz="2200" cap="none" dirty="0">
                <a:latin typeface="Daytona Condensed" panose="020B0506030503040204" pitchFamily="34" charset="0"/>
                <a:cs typeface="Segoe UI"/>
              </a:rPr>
              <a:t>, that allow to track no. of applied promotions/demotions at page granularity (</a:t>
            </a:r>
            <a:r>
              <a:rPr lang="en-US" sz="2200" cap="none" dirty="0">
                <a:solidFill>
                  <a:srgbClr val="FF0000"/>
                </a:solidFill>
                <a:latin typeface="Daytona Condensed" panose="020B0506030503040204" pitchFamily="34" charset="0"/>
                <a:cs typeface="Segoe UI"/>
              </a:rPr>
              <a:t>for apples-to-apples comparison</a:t>
            </a:r>
            <a:r>
              <a:rPr lang="en-US" sz="2200" cap="none" dirty="0">
                <a:latin typeface="Daytona Condensed" panose="020B0506030503040204" pitchFamily="34" charset="0"/>
                <a:cs typeface="Segoe UI"/>
              </a:rPr>
              <a:t>).</a:t>
            </a:r>
          </a:p>
          <a:p>
            <a:pPr>
              <a:spcBef>
                <a:spcPts val="0"/>
              </a:spcBef>
              <a:spcAft>
                <a:spcPts val="570"/>
              </a:spcAft>
              <a:buClr>
                <a:srgbClr val="002060"/>
              </a:buClr>
              <a:buFont typeface="Arial" panose="020B0604020202020204" pitchFamily="34" charset="0"/>
              <a:buChar char="•"/>
            </a:pPr>
            <a:r>
              <a:rPr lang="en-US" sz="2200" cap="none" dirty="0">
                <a:latin typeface="Daytona Condensed" panose="020B0506030503040204" pitchFamily="34" charset="0"/>
                <a:cs typeface="Segoe UI"/>
              </a:rPr>
              <a:t>Consulted with </a:t>
            </a:r>
            <a:r>
              <a:rPr lang="en-US" sz="2200" b="1" cap="none" dirty="0" err="1">
                <a:solidFill>
                  <a:srgbClr val="C00000"/>
                </a:solidFill>
                <a:latin typeface="Daytona Condensed" panose="020B0506030503040204" pitchFamily="34" charset="0"/>
                <a:cs typeface="Segoe UI"/>
              </a:rPr>
              <a:t>SeongJae</a:t>
            </a:r>
            <a:r>
              <a:rPr lang="en-US" sz="2200" b="1" cap="none" dirty="0">
                <a:solidFill>
                  <a:srgbClr val="C00000"/>
                </a:solidFill>
                <a:latin typeface="Daytona Condensed" panose="020B0506030503040204" pitchFamily="34" charset="0"/>
                <a:cs typeface="Segoe UI"/>
              </a:rPr>
              <a:t> Park</a:t>
            </a:r>
            <a:r>
              <a:rPr lang="en-US" sz="2200" cap="none" dirty="0">
                <a:latin typeface="Daytona Condensed" panose="020B0506030503040204" pitchFamily="34" charset="0"/>
                <a:cs typeface="Segoe UI"/>
              </a:rPr>
              <a:t> (DAMON maintainer) for understanding available counters and better using new DAMON features [10].</a:t>
            </a:r>
          </a:p>
          <a:p>
            <a:pPr>
              <a:spcBef>
                <a:spcPts val="0"/>
              </a:spcBef>
              <a:spcAft>
                <a:spcPts val="570"/>
              </a:spcAft>
              <a:buClr>
                <a:srgbClr val="002060"/>
              </a:buClr>
              <a:buFont typeface="Arial" panose="020B0604020202020204" pitchFamily="34" charset="0"/>
              <a:buChar char="•"/>
            </a:pPr>
            <a:r>
              <a:rPr lang="en-US" sz="2200" cap="none" dirty="0">
                <a:latin typeface="Daytona Condensed" panose="020B0506030503040204" pitchFamily="34" charset="0"/>
                <a:cs typeface="Segoe UI"/>
              </a:rPr>
              <a:t>Received valuable suggestions: Comparing results across </a:t>
            </a:r>
            <a:r>
              <a:rPr lang="en-US" sz="2200" cap="none" dirty="0">
                <a:solidFill>
                  <a:srgbClr val="00B050"/>
                </a:solidFill>
                <a:latin typeface="Daytona Condensed" panose="020B0506030503040204" pitchFamily="34" charset="0"/>
                <a:cs typeface="Segoe UI"/>
              </a:rPr>
              <a:t>collaborative configs </a:t>
            </a:r>
            <a:r>
              <a:rPr lang="en-US" sz="2200" cap="none" dirty="0">
                <a:latin typeface="Daytona Condensed" panose="020B0506030503040204" pitchFamily="34" charset="0"/>
                <a:cs typeface="Segoe UI"/>
              </a:rPr>
              <a:t>like combining DAMON with LRU-demotion or TPP with DAMON-promotion.</a:t>
            </a:r>
          </a:p>
          <a:p>
            <a:pPr>
              <a:spcBef>
                <a:spcPts val="0"/>
              </a:spcBef>
              <a:spcAft>
                <a:spcPts val="570"/>
              </a:spcAft>
              <a:buClr>
                <a:srgbClr val="002060"/>
              </a:buClr>
              <a:buFont typeface="Arial" panose="020B0604020202020204" pitchFamily="34" charset="0"/>
              <a:buChar char="•"/>
            </a:pPr>
            <a:r>
              <a:rPr lang="en-US" sz="2200" cap="none" dirty="0">
                <a:latin typeface="Daytona Condensed" panose="020B0506030503040204" pitchFamily="34" charset="0"/>
                <a:cs typeface="Segoe UI"/>
              </a:rPr>
              <a:t>Configured new DAMON version and extended existing scripts to monitor DAMON action statistics. Currently working on srv4 machine with kernel 6.17-rc7.</a:t>
            </a:r>
          </a:p>
        </p:txBody>
      </p:sp>
      <p:sp>
        <p:nvSpPr>
          <p:cNvPr id="5" name="Slide Number Placeholder 4">
            <a:extLst>
              <a:ext uri="{FF2B5EF4-FFF2-40B4-BE49-F238E27FC236}">
                <a16:creationId xmlns:a16="http://schemas.microsoft.com/office/drawing/2014/main" id="{EFDD9210-3EB3-CCB3-8B78-4E6E630735B9}"/>
              </a:ext>
            </a:extLst>
          </p:cNvPr>
          <p:cNvSpPr>
            <a:spLocks noGrp="1"/>
          </p:cNvSpPr>
          <p:nvPr>
            <p:ph type="sldNum"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75DF2D63-3FF5-D547-96B9-BE9CCD1ABA58}" type="slidenum">
              <a:rPr kumimoji="0" lang="en-US" sz="1200" b="0" i="0" u="none" strike="noStrike" kern="1200" cap="all" spc="200" normalizeH="0" baseline="0" noProof="0" smtClean="0">
                <a:ln>
                  <a:noFill/>
                </a:ln>
                <a:solidFill>
                  <a:srgbClr val="96D3ED"/>
                </a:solidFill>
                <a:effectLst/>
                <a:uLnTx/>
                <a:uFillTx/>
                <a:latin typeface="Posterama" panose="020B0504020200020000"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all" spc="200" normalizeH="0" baseline="0" noProof="0">
              <a:ln>
                <a:noFill/>
              </a:ln>
              <a:solidFill>
                <a:srgbClr val="96D3ED"/>
              </a:solidFill>
              <a:effectLst/>
              <a:uLnTx/>
              <a:uFillTx/>
              <a:latin typeface="Posterama" panose="020B0504020200020000" pitchFamily="34" charset="0"/>
              <a:ea typeface="+mn-ea"/>
              <a:cs typeface="+mn-cs"/>
            </a:endParaRPr>
          </a:p>
        </p:txBody>
      </p:sp>
    </p:spTree>
    <p:extLst>
      <p:ext uri="{BB962C8B-B14F-4D97-AF65-F5344CB8AC3E}">
        <p14:creationId xmlns:p14="http://schemas.microsoft.com/office/powerpoint/2010/main" val="2609067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3AF98-11E0-282F-2259-5CD714B55E8F}"/>
              </a:ext>
            </a:extLst>
          </p:cNvPr>
          <p:cNvSpPr>
            <a:spLocks noGrp="1"/>
          </p:cNvSpPr>
          <p:nvPr>
            <p:ph type="title"/>
          </p:nvPr>
        </p:nvSpPr>
        <p:spPr>
          <a:xfrm>
            <a:off x="838200" y="1836469"/>
            <a:ext cx="10515600" cy="2322576"/>
          </a:xfrm>
        </p:spPr>
        <p:txBody>
          <a:bodyPr/>
          <a:lstStyle/>
          <a:p>
            <a:r>
              <a:rPr lang="en-US">
                <a:cs typeface="Posterama"/>
              </a:rPr>
              <a:t>Thank you</a:t>
            </a:r>
            <a:endParaRPr lang="en-US"/>
          </a:p>
        </p:txBody>
      </p:sp>
      <p:sp>
        <p:nvSpPr>
          <p:cNvPr id="6" name="Text Placeholder 5">
            <a:extLst>
              <a:ext uri="{FF2B5EF4-FFF2-40B4-BE49-F238E27FC236}">
                <a16:creationId xmlns:a16="http://schemas.microsoft.com/office/drawing/2014/main" id="{26279312-6AF1-9872-8FB8-3027C64C236B}"/>
              </a:ext>
            </a:extLst>
          </p:cNvPr>
          <p:cNvSpPr>
            <a:spLocks noGrp="1"/>
          </p:cNvSpPr>
          <p:nvPr>
            <p:ph type="body" sz="quarter" idx="14"/>
          </p:nvPr>
        </p:nvSpPr>
        <p:spPr/>
        <p:txBody>
          <a:bodyPr/>
          <a:lstStyle/>
          <a:p>
            <a:endParaRPr lang="en-IN"/>
          </a:p>
        </p:txBody>
      </p:sp>
    </p:spTree>
    <p:extLst>
      <p:ext uri="{BB962C8B-B14F-4D97-AF65-F5344CB8AC3E}">
        <p14:creationId xmlns:p14="http://schemas.microsoft.com/office/powerpoint/2010/main" val="40172948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001EA-C4A9-AB40-839C-7D84265A8D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F9AEDC-B056-45F1-8303-A4E5C808152E}"/>
              </a:ext>
            </a:extLst>
          </p:cNvPr>
          <p:cNvSpPr>
            <a:spLocks noGrp="1"/>
          </p:cNvSpPr>
          <p:nvPr>
            <p:ph type="title"/>
          </p:nvPr>
        </p:nvSpPr>
        <p:spPr>
          <a:xfrm>
            <a:off x="1280159" y="1097280"/>
            <a:ext cx="8463609" cy="741352"/>
          </a:xfrm>
        </p:spPr>
        <p:txBody>
          <a:bodyPr/>
          <a:lstStyle/>
          <a:p>
            <a:r>
              <a:rPr lang="en-US" dirty="0"/>
              <a:t>References</a:t>
            </a:r>
            <a:endParaRPr lang="en-IN" dirty="0"/>
          </a:p>
        </p:txBody>
      </p:sp>
      <p:sp>
        <p:nvSpPr>
          <p:cNvPr id="3" name="Content Placeholder 2">
            <a:extLst>
              <a:ext uri="{FF2B5EF4-FFF2-40B4-BE49-F238E27FC236}">
                <a16:creationId xmlns:a16="http://schemas.microsoft.com/office/drawing/2014/main" id="{3F71A83E-4241-D569-4118-F3FFEC70F263}"/>
              </a:ext>
            </a:extLst>
          </p:cNvPr>
          <p:cNvSpPr>
            <a:spLocks noGrp="1"/>
          </p:cNvSpPr>
          <p:nvPr>
            <p:ph idx="1"/>
          </p:nvPr>
        </p:nvSpPr>
        <p:spPr>
          <a:xfrm>
            <a:off x="1280159" y="1769806"/>
            <a:ext cx="10076099" cy="4788309"/>
          </a:xfrm>
        </p:spPr>
        <p:txBody>
          <a:bodyPr>
            <a:normAutofit/>
          </a:bodyPr>
          <a:lstStyle/>
          <a:p>
            <a:pPr marL="0" lvl="0" indent="0" fontAlgn="base">
              <a:spcBef>
                <a:spcPts val="0"/>
              </a:spcBef>
              <a:spcAft>
                <a:spcPts val="570"/>
              </a:spcAft>
              <a:buClr>
                <a:srgbClr val="002060"/>
              </a:buClr>
              <a:buNone/>
            </a:pPr>
            <a:r>
              <a:rPr lang="en-US" altLang="en-US" sz="1800" cap="none" dirty="0">
                <a:latin typeface="Daytona Condensed" panose="020B0506030503040204" pitchFamily="34" charset="0"/>
                <a:cs typeface="Segoe UI"/>
              </a:rPr>
              <a:t>[1] </a:t>
            </a:r>
            <a:r>
              <a:rPr lang="en-US" altLang="en-US" sz="1800" cap="none" dirty="0">
                <a:latin typeface="Daytona Condensed" panose="020B0506030503040204" pitchFamily="34" charset="0"/>
                <a:cs typeface="Segoe UI"/>
                <a:hlinkClick r:id="rId2"/>
              </a:rPr>
              <a:t>https://www.qemu.org/docs/master/system/devices/cxl.html</a:t>
            </a:r>
            <a:r>
              <a:rPr lang="en-US" altLang="en-US" sz="1800" cap="none" dirty="0">
                <a:latin typeface="Daytona Condensed" panose="020B0506030503040204" pitchFamily="34" charset="0"/>
                <a:cs typeface="Segoe UI"/>
              </a:rPr>
              <a:t> </a:t>
            </a:r>
          </a:p>
          <a:p>
            <a:pPr marL="0" lvl="0" indent="0" fontAlgn="base">
              <a:spcBef>
                <a:spcPts val="0"/>
              </a:spcBef>
              <a:spcAft>
                <a:spcPts val="570"/>
              </a:spcAft>
              <a:buClr>
                <a:srgbClr val="002060"/>
              </a:buClr>
              <a:buNone/>
            </a:pPr>
            <a:r>
              <a:rPr lang="en-US" altLang="en-US" sz="1800" cap="none" dirty="0">
                <a:latin typeface="Daytona Condensed" panose="020B0506030503040204" pitchFamily="34" charset="0"/>
                <a:cs typeface="Segoe UI"/>
              </a:rPr>
              <a:t>[2]</a:t>
            </a:r>
            <a:r>
              <a:rPr lang="en-US" altLang="en-US" sz="1800" cap="none" dirty="0">
                <a:latin typeface="Daytona Condensed" panose="020B0506030503040204" pitchFamily="34" charset="0"/>
                <a:cs typeface="Segoe UI"/>
                <a:hlinkClick r:id="rId3"/>
              </a:rPr>
              <a:t>https://www.fujitsu.com/jp/documents/products/software/os/linux/catalog/Exploring_CXL_Memory_Configuration_and_Emulation.pdf</a:t>
            </a:r>
            <a:endParaRPr lang="en-US" altLang="en-US" sz="1800" cap="none" dirty="0">
              <a:latin typeface="Daytona Condensed" panose="020B0506030503040204" pitchFamily="34" charset="0"/>
              <a:cs typeface="Segoe UI"/>
            </a:endParaRPr>
          </a:p>
          <a:p>
            <a:pPr marL="0" lvl="0" indent="0" fontAlgn="base">
              <a:spcBef>
                <a:spcPts val="0"/>
              </a:spcBef>
              <a:spcAft>
                <a:spcPts val="570"/>
              </a:spcAft>
              <a:buClr>
                <a:srgbClr val="002060"/>
              </a:buClr>
              <a:buNone/>
            </a:pPr>
            <a:r>
              <a:rPr lang="en-US" altLang="en-US" sz="1800" cap="none" dirty="0">
                <a:latin typeface="Daytona Condensed" panose="020B0506030503040204" pitchFamily="34" charset="0"/>
                <a:cs typeface="Segoe UI"/>
              </a:rPr>
              <a:t>[3] Tu Tran et al. 2024. OMB-CXL: A Micro-Benchmark Suite for Evaluating MPI Communication Utilizing Compute Express Link Memory Devices. (PEARC '24). </a:t>
            </a:r>
            <a:r>
              <a:rPr lang="en-US" altLang="en-US" sz="1800" cap="none" dirty="0">
                <a:latin typeface="Daytona Condensed" panose="020B0506030503040204" pitchFamily="34" charset="0"/>
                <a:cs typeface="Segoe UI"/>
                <a:hlinkClick r:id="rId4"/>
              </a:rPr>
              <a:t>https://doi.org/10.1145/3626203.3670533</a:t>
            </a:r>
            <a:r>
              <a:rPr lang="en-US" altLang="en-US" sz="1800" cap="none" dirty="0">
                <a:latin typeface="Daytona Condensed" panose="020B0506030503040204" pitchFamily="34" charset="0"/>
                <a:cs typeface="Segoe UI"/>
              </a:rPr>
              <a:t> </a:t>
            </a:r>
          </a:p>
          <a:p>
            <a:pPr marL="0" lvl="0" indent="0" fontAlgn="base">
              <a:spcBef>
                <a:spcPts val="0"/>
              </a:spcBef>
              <a:spcAft>
                <a:spcPts val="570"/>
              </a:spcAft>
              <a:buClr>
                <a:srgbClr val="002060"/>
              </a:buClr>
              <a:buNone/>
            </a:pPr>
            <a:r>
              <a:rPr lang="en-US" altLang="en-US" sz="1800" cap="none" dirty="0">
                <a:latin typeface="Daytona Condensed" panose="020B0506030503040204" pitchFamily="34" charset="0"/>
                <a:cs typeface="Segoe UI"/>
              </a:rPr>
              <a:t>[4] </a:t>
            </a:r>
            <a:r>
              <a:rPr lang="en-US" altLang="en-US" sz="1800" cap="none" dirty="0">
                <a:latin typeface="Daytona Condensed" panose="020B0506030503040204" pitchFamily="34" charset="0"/>
                <a:cs typeface="Segoe UI"/>
                <a:hlinkClick r:id="rId5"/>
              </a:rPr>
              <a:t>https://gitlab.com/qemu-project/qemu/-/issues/3075</a:t>
            </a:r>
            <a:r>
              <a:rPr lang="en-US" altLang="en-US" sz="1800" cap="none" dirty="0">
                <a:latin typeface="Daytona Condensed" panose="020B0506030503040204" pitchFamily="34" charset="0"/>
                <a:cs typeface="Segoe UI"/>
              </a:rPr>
              <a:t> </a:t>
            </a:r>
          </a:p>
          <a:p>
            <a:pPr marL="0" lvl="0" indent="0" fontAlgn="base">
              <a:spcBef>
                <a:spcPts val="0"/>
              </a:spcBef>
              <a:spcAft>
                <a:spcPts val="570"/>
              </a:spcAft>
              <a:buClr>
                <a:srgbClr val="002060"/>
              </a:buClr>
              <a:buNone/>
            </a:pPr>
            <a:r>
              <a:rPr lang="en-US" altLang="en-US" sz="1800" cap="none" dirty="0">
                <a:latin typeface="Daytona Condensed" panose="020B0506030503040204" pitchFamily="34" charset="0"/>
                <a:cs typeface="Segoe UI"/>
              </a:rPr>
              <a:t>[5] </a:t>
            </a:r>
            <a:r>
              <a:rPr lang="en-US" altLang="en-US" sz="1800" cap="none" dirty="0">
                <a:latin typeface="Daytona Condensed" panose="020B0506030503040204" pitchFamily="34" charset="0"/>
                <a:cs typeface="Segoe UI"/>
                <a:hlinkClick r:id="rId6"/>
              </a:rPr>
              <a:t>https://lkml.org/lkml/2024/3/27/240</a:t>
            </a:r>
            <a:r>
              <a:rPr lang="en-US" altLang="en-US" sz="1800" cap="none" dirty="0">
                <a:latin typeface="Daytona Condensed" panose="020B0506030503040204" pitchFamily="34" charset="0"/>
                <a:cs typeface="Segoe UI"/>
              </a:rPr>
              <a:t> </a:t>
            </a:r>
          </a:p>
          <a:p>
            <a:pPr marL="0" lvl="0" indent="0" fontAlgn="base">
              <a:spcBef>
                <a:spcPts val="0"/>
              </a:spcBef>
              <a:spcAft>
                <a:spcPts val="570"/>
              </a:spcAft>
              <a:buClr>
                <a:srgbClr val="002060"/>
              </a:buClr>
              <a:buNone/>
            </a:pPr>
            <a:r>
              <a:rPr lang="en-US" altLang="en-US" sz="1800" cap="none" dirty="0">
                <a:latin typeface="Daytona Condensed" panose="020B0506030503040204" pitchFamily="34" charset="0"/>
                <a:cs typeface="Segoe UI"/>
              </a:rPr>
              <a:t>[6] </a:t>
            </a:r>
            <a:r>
              <a:rPr lang="en-US" altLang="en-US" sz="1800" cap="none" dirty="0">
                <a:latin typeface="Daytona Condensed" panose="020B0506030503040204" pitchFamily="34" charset="0"/>
                <a:cs typeface="Segoe UI"/>
                <a:hlinkClick r:id="rId7"/>
              </a:rPr>
              <a:t>https://www.qemu.org/docs/master/system/qemu-manpage.html</a:t>
            </a:r>
            <a:r>
              <a:rPr lang="en-US" altLang="en-US" sz="1800" cap="none" dirty="0">
                <a:latin typeface="Daytona Condensed" panose="020B0506030503040204" pitchFamily="34" charset="0"/>
                <a:cs typeface="Segoe UI"/>
              </a:rPr>
              <a:t> </a:t>
            </a:r>
          </a:p>
          <a:p>
            <a:pPr marL="0" lvl="0" indent="0" fontAlgn="base">
              <a:spcBef>
                <a:spcPts val="0"/>
              </a:spcBef>
              <a:spcAft>
                <a:spcPts val="570"/>
              </a:spcAft>
              <a:buClr>
                <a:srgbClr val="002060"/>
              </a:buClr>
              <a:buNone/>
            </a:pPr>
            <a:r>
              <a:rPr lang="en-US" altLang="en-US" sz="1800" cap="none" dirty="0">
                <a:latin typeface="Daytona Condensed" panose="020B0506030503040204" pitchFamily="34" charset="0"/>
                <a:cs typeface="Segoe UI"/>
              </a:rPr>
              <a:t>[7] Musa Unal et al. “Tolerate It if You Cannot Reduce It: Handling Latency in Tiered Memory”. (</a:t>
            </a:r>
            <a:r>
              <a:rPr lang="en-US" altLang="en-US" sz="1800" cap="none" dirty="0" err="1">
                <a:latin typeface="Daytona Condensed" panose="020B0506030503040204" pitchFamily="34" charset="0"/>
                <a:cs typeface="Segoe UI"/>
              </a:rPr>
              <a:t>HotOS</a:t>
            </a:r>
            <a:r>
              <a:rPr lang="en-US" altLang="en-US" sz="1800" cap="none" dirty="0">
                <a:latin typeface="Daytona Condensed" panose="020B0506030503040204" pitchFamily="34" charset="0"/>
                <a:cs typeface="Segoe UI"/>
              </a:rPr>
              <a:t> XX 2025)</a:t>
            </a:r>
          </a:p>
          <a:p>
            <a:pPr marL="0" lvl="0" indent="0" fontAlgn="base">
              <a:spcBef>
                <a:spcPts val="0"/>
              </a:spcBef>
              <a:spcAft>
                <a:spcPts val="570"/>
              </a:spcAft>
              <a:buClr>
                <a:srgbClr val="002060"/>
              </a:buClr>
              <a:buNone/>
            </a:pPr>
            <a:r>
              <a:rPr lang="en-US" altLang="en-US" sz="1800" cap="none" dirty="0">
                <a:latin typeface="Daytona Condensed" panose="020B0506030503040204" pitchFamily="34" charset="0"/>
                <a:cs typeface="Segoe UI"/>
              </a:rPr>
              <a:t>[8] </a:t>
            </a:r>
            <a:r>
              <a:rPr lang="en-US" altLang="en-US" sz="1800" cap="none" dirty="0">
                <a:latin typeface="Daytona Condensed" panose="020B0506030503040204" pitchFamily="34" charset="0"/>
                <a:cs typeface="Segoe UI"/>
                <a:hlinkClick r:id="rId8"/>
              </a:rPr>
              <a:t>https://lore.kernel.org/all/20250420194030.75838-1-sj@kernel.org/</a:t>
            </a:r>
            <a:r>
              <a:rPr lang="en-US" altLang="en-US" sz="1800" cap="none" dirty="0">
                <a:latin typeface="Daytona Condensed" panose="020B0506030503040204" pitchFamily="34" charset="0"/>
                <a:cs typeface="Segoe UI"/>
              </a:rPr>
              <a:t> </a:t>
            </a:r>
          </a:p>
          <a:p>
            <a:pPr marL="0" lvl="0" indent="0" fontAlgn="base">
              <a:spcBef>
                <a:spcPts val="0"/>
              </a:spcBef>
              <a:spcAft>
                <a:spcPts val="570"/>
              </a:spcAft>
              <a:buClr>
                <a:srgbClr val="002060"/>
              </a:buClr>
              <a:buNone/>
            </a:pPr>
            <a:r>
              <a:rPr lang="en-US" altLang="en-US" sz="1800" cap="none" dirty="0">
                <a:latin typeface="Daytona Condensed" panose="020B0506030503040204" pitchFamily="34" charset="0"/>
                <a:cs typeface="Segoe UI"/>
              </a:rPr>
              <a:t>[9] </a:t>
            </a:r>
            <a:r>
              <a:rPr lang="en-US" altLang="en-US" sz="1800" cap="none" dirty="0">
                <a:latin typeface="Daytona Condensed" panose="020B0506030503040204" pitchFamily="34" charset="0"/>
                <a:cs typeface="Segoe UI"/>
                <a:hlinkClick r:id="rId9"/>
              </a:rPr>
              <a:t>https://lore.kernel.org/damon/20250717055448.56976-1-sj@kernel.org/</a:t>
            </a:r>
            <a:r>
              <a:rPr lang="en-US" altLang="en-US" sz="1800" cap="none" dirty="0">
                <a:latin typeface="Daytona Condensed" panose="020B0506030503040204" pitchFamily="34" charset="0"/>
                <a:cs typeface="Segoe UI"/>
              </a:rPr>
              <a:t> </a:t>
            </a:r>
          </a:p>
          <a:p>
            <a:pPr marL="0" lvl="0" indent="0" fontAlgn="base">
              <a:spcBef>
                <a:spcPts val="0"/>
              </a:spcBef>
              <a:spcAft>
                <a:spcPts val="570"/>
              </a:spcAft>
              <a:buClr>
                <a:srgbClr val="002060"/>
              </a:buClr>
              <a:buNone/>
            </a:pPr>
            <a:r>
              <a:rPr lang="en-US" altLang="en-US" sz="1800" cap="none" dirty="0">
                <a:latin typeface="Daytona Condensed" panose="020B0506030503040204" pitchFamily="34" charset="0"/>
                <a:cs typeface="Segoe UI"/>
              </a:rPr>
              <a:t>[10] </a:t>
            </a:r>
            <a:r>
              <a:rPr lang="en-US" altLang="en-US" sz="1800" cap="none" dirty="0">
                <a:latin typeface="Daytona Condensed" panose="020B0506030503040204" pitchFamily="34" charset="0"/>
                <a:cs typeface="Segoe UI"/>
                <a:hlinkClick r:id="rId10"/>
              </a:rPr>
              <a:t>https://github.com/damonitor/damo/issues/34</a:t>
            </a:r>
            <a:r>
              <a:rPr lang="en-US" altLang="en-US" sz="1800" cap="none" dirty="0">
                <a:latin typeface="Daytona Condensed" panose="020B0506030503040204" pitchFamily="34" charset="0"/>
                <a:cs typeface="Segoe UI"/>
              </a:rPr>
              <a:t> </a:t>
            </a:r>
          </a:p>
          <a:p>
            <a:pPr marL="0" lvl="0" indent="0" fontAlgn="base">
              <a:spcBef>
                <a:spcPts val="0"/>
              </a:spcBef>
              <a:spcAft>
                <a:spcPts val="570"/>
              </a:spcAft>
              <a:buClr>
                <a:srgbClr val="002060"/>
              </a:buClr>
              <a:buNone/>
            </a:pPr>
            <a:r>
              <a:rPr lang="en-US" altLang="en-US" sz="1800" cap="none" dirty="0">
                <a:latin typeface="Daytona Condensed" panose="020B0506030503040204" pitchFamily="34" charset="0"/>
                <a:cs typeface="Segoe UI"/>
              </a:rPr>
              <a:t>[11] </a:t>
            </a:r>
            <a:r>
              <a:rPr lang="en-US" altLang="en-US" sz="1800" cap="none" dirty="0">
                <a:latin typeface="Daytona Condensed" panose="020B0506030503040204" pitchFamily="34" charset="0"/>
                <a:cs typeface="Segoe UI"/>
                <a:hlinkClick r:id="rId11"/>
              </a:rPr>
              <a:t>https://github.com/RoopamTaneja/epfl-research-intern-roopam/blob/main/docs_created/qemu-cxl-hmsdk.pdf</a:t>
            </a:r>
            <a:r>
              <a:rPr lang="en-US" altLang="en-US" sz="1800" cap="none" dirty="0">
                <a:latin typeface="Daytona Condensed" panose="020B0506030503040204" pitchFamily="34" charset="0"/>
                <a:cs typeface="Segoe UI"/>
              </a:rPr>
              <a:t> </a:t>
            </a:r>
          </a:p>
        </p:txBody>
      </p:sp>
      <p:sp>
        <p:nvSpPr>
          <p:cNvPr id="5" name="Slide Number Placeholder 4">
            <a:extLst>
              <a:ext uri="{FF2B5EF4-FFF2-40B4-BE49-F238E27FC236}">
                <a16:creationId xmlns:a16="http://schemas.microsoft.com/office/drawing/2014/main" id="{77642E21-8D5C-B972-192E-139F09AB310B}"/>
              </a:ext>
            </a:extLst>
          </p:cNvPr>
          <p:cNvSpPr>
            <a:spLocks noGrp="1"/>
          </p:cNvSpPr>
          <p:nvPr>
            <p:ph type="sldNum"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75DF2D63-3FF5-D547-96B9-BE9CCD1ABA58}" type="slidenum">
              <a:rPr kumimoji="0" lang="en-US" sz="1200" b="0" i="0" u="none" strike="noStrike" kern="1200" cap="all" spc="200" normalizeH="0" baseline="0" noProof="0" smtClean="0">
                <a:ln>
                  <a:noFill/>
                </a:ln>
                <a:solidFill>
                  <a:srgbClr val="96D3ED"/>
                </a:solidFill>
                <a:effectLst/>
                <a:uLnTx/>
                <a:uFillTx/>
                <a:latin typeface="Posterama" panose="020B0504020200020000"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all" spc="200" normalizeH="0" baseline="0" noProof="0">
              <a:ln>
                <a:noFill/>
              </a:ln>
              <a:solidFill>
                <a:srgbClr val="96D3ED"/>
              </a:solidFill>
              <a:effectLst/>
              <a:uLnTx/>
              <a:uFillTx/>
              <a:latin typeface="Posterama" panose="020B0504020200020000" pitchFamily="34" charset="0"/>
              <a:ea typeface="+mn-ea"/>
              <a:cs typeface="+mn-cs"/>
            </a:endParaRPr>
          </a:p>
        </p:txBody>
      </p:sp>
    </p:spTree>
    <p:extLst>
      <p:ext uri="{BB962C8B-B14F-4D97-AF65-F5344CB8AC3E}">
        <p14:creationId xmlns:p14="http://schemas.microsoft.com/office/powerpoint/2010/main" val="2351169550"/>
      </p:ext>
    </p:extLst>
  </p:cSld>
  <p:clrMapOvr>
    <a:masterClrMapping/>
  </p:clrMapOvr>
</p:sld>
</file>

<file path=ppt/theme/theme1.xml><?xml version="1.0" encoding="utf-8"?>
<a:theme xmlns:a="http://schemas.openxmlformats.org/drawingml/2006/main" name="Custom">
  <a:themeElements>
    <a:clrScheme name="Scientific Discovery">
      <a:dk1>
        <a:srgbClr val="000000"/>
      </a:dk1>
      <a:lt1>
        <a:srgbClr val="FFFFFF"/>
      </a:lt1>
      <a:dk2>
        <a:srgbClr val="44546A"/>
      </a:dk2>
      <a:lt2>
        <a:srgbClr val="E7E6E6"/>
      </a:lt2>
      <a:accent1>
        <a:srgbClr val="96D3ED"/>
      </a:accent1>
      <a:accent2>
        <a:srgbClr val="C7DBE1"/>
      </a:accent2>
      <a:accent3>
        <a:srgbClr val="688EBD"/>
      </a:accent3>
      <a:accent4>
        <a:srgbClr val="BCE5DD"/>
      </a:accent4>
      <a:accent5>
        <a:srgbClr val="66DDCC"/>
      </a:accent5>
      <a:accent6>
        <a:srgbClr val="E0CE61"/>
      </a:accent6>
      <a:hlink>
        <a:srgbClr val="0563C1"/>
      </a:hlink>
      <a:folHlink>
        <a:srgbClr val="954F72"/>
      </a:folHlink>
    </a:clrScheme>
    <a:fontScheme name="Custom 36">
      <a:majorFont>
        <a:latin typeface="Posterama"/>
        <a:ea typeface=""/>
        <a:cs typeface=""/>
      </a:majorFont>
      <a:minorFont>
        <a:latin typeface="Daytona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cientific discovery_V1_win32_EF_v3" id="{70008AEC-EDED-4511-BBCB-3094E155874B}" vid="{20F39DC6-8556-4458-8AAA-5D2B51347C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d1fe9780-2572-4b59-98ed-c9eb7ed8d0d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F5A66C4FCA44F4495BFDA313ED8A454" ma:contentTypeVersion="14" ma:contentTypeDescription="Create a new document." ma:contentTypeScope="" ma:versionID="6fa239928e51b7838b5d7bd21af0cc97">
  <xsd:schema xmlns:xsd="http://www.w3.org/2001/XMLSchema" xmlns:xs="http://www.w3.org/2001/XMLSchema" xmlns:p="http://schemas.microsoft.com/office/2006/metadata/properties" xmlns:ns3="230ee525-3db3-40f1-9400-358566b1106b" xmlns:ns4="d1fe9780-2572-4b59-98ed-c9eb7ed8d0d9" targetNamespace="http://schemas.microsoft.com/office/2006/metadata/properties" ma:root="true" ma:fieldsID="9fdf4302ec917176f0188be8722422bd" ns3:_="" ns4:_="">
    <xsd:import namespace="230ee525-3db3-40f1-9400-358566b1106b"/>
    <xsd:import namespace="d1fe9780-2572-4b59-98ed-c9eb7ed8d0d9"/>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SearchProperties" minOccurs="0"/>
                <xsd:element ref="ns4:MediaServiceObjectDetectorVersions" minOccurs="0"/>
                <xsd:element ref="ns4:MediaServiceSystemTags" minOccurs="0"/>
                <xsd:element ref="ns4:MediaServiceOCR" minOccurs="0"/>
                <xsd:element ref="ns4:MediaServiceGenerationTime" minOccurs="0"/>
                <xsd:element ref="ns4:MediaServiceEventHashCode" minOccurs="0"/>
                <xsd:element ref="ns4:MediaServiceDateTaken" minOccurs="0"/>
                <xsd:element ref="ns4:_activity"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30ee525-3db3-40f1-9400-358566b1106b"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1fe9780-2572-4b59-98ed-c9eb7ed8d0d9"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ystemTags" ma:index="15" nillable="true" ma:displayName="MediaServiceSystemTags" ma:hidden="true" ma:internalName="MediaServiceSystemTags" ma:readOnly="true">
      <xsd:simpleType>
        <xsd:restriction base="dms:Note"/>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_activity" ma:index="20" nillable="true" ma:displayName="_activity" ma:hidden="true" ma:internalName="_activity">
      <xsd:simpleType>
        <xsd:restriction base="dms:Note"/>
      </xsd:simpleType>
    </xsd:element>
    <xsd:element name="MediaLengthInSeconds" ma:index="21"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881D8D6-8849-400B-8BC9-21D401C7DD06}">
  <ds:schemaRefs>
    <ds:schemaRef ds:uri="230ee525-3db3-40f1-9400-358566b1106b"/>
    <ds:schemaRef ds:uri="d1fe9780-2572-4b59-98ed-c9eb7ed8d0d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DF8397A0-8C35-4EEE-8E61-47C914415B57}">
  <ds:schemaRefs>
    <ds:schemaRef ds:uri="http://schemas.microsoft.com/sharepoint/v3/contenttype/forms"/>
  </ds:schemaRefs>
</ds:datastoreItem>
</file>

<file path=customXml/itemProps3.xml><?xml version="1.0" encoding="utf-8"?>
<ds:datastoreItem xmlns:ds="http://schemas.openxmlformats.org/officeDocument/2006/customXml" ds:itemID="{D49D7CD0-BE33-4641-A122-5D27FA019AB8}">
  <ds:schemaRefs>
    <ds:schemaRef ds:uri="230ee525-3db3-40f1-9400-358566b1106b"/>
    <ds:schemaRef ds:uri="d1fe9780-2572-4b59-98ed-c9eb7ed8d0d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{E0D69CD9-D07C-4E19-B522-CEC909BBAACC}tf67061901_win32</Template>
  <TotalTime>605</TotalTime>
  <Words>1149</Words>
  <Application>Microsoft Office PowerPoint</Application>
  <PresentationFormat>Widescreen</PresentationFormat>
  <Paragraphs>69</Paragraphs>
  <Slides>9</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Aptos ExtraBold</vt:lpstr>
      <vt:lpstr>Arial</vt:lpstr>
      <vt:lpstr>Calibri</vt:lpstr>
      <vt:lpstr>Courier New</vt:lpstr>
      <vt:lpstr>Daytona Condensed</vt:lpstr>
      <vt:lpstr>Daytona Condensed Light</vt:lpstr>
      <vt:lpstr>Posterama</vt:lpstr>
      <vt:lpstr>Wingdings</vt:lpstr>
      <vt:lpstr>Custom</vt:lpstr>
      <vt:lpstr> Understanding Index Structures for Tiered Memory  rs3 lab, epfl </vt:lpstr>
      <vt:lpstr>goal</vt:lpstr>
      <vt:lpstr>Timeline</vt:lpstr>
      <vt:lpstr>Findings and learnings</vt:lpstr>
      <vt:lpstr>Two options</vt:lpstr>
      <vt:lpstr>Hmsdk and damon</vt:lpstr>
      <vt:lpstr>Findings and learnings</vt:lpstr>
      <vt:lpstr>Thank you</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ROOPAM TANEJA</dc:creator>
  <cp:lastModifiedBy>ROOPAM TANEJA</cp:lastModifiedBy>
  <cp:revision>5</cp:revision>
  <dcterms:created xsi:type="dcterms:W3CDTF">2024-11-07T15:58:13Z</dcterms:created>
  <dcterms:modified xsi:type="dcterms:W3CDTF">2025-10-03T06:54:29Z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0x010100EF5A66C4FCA44F4495BFDA313ED8A454</vt:lpwstr>
  </property>
  <property fmtid="{D5CDD505-2E9C-101B-9397-08002B2CF9AE}" pid="3" name="MediaServiceImageTags">
    <vt:lpwstr/>
  </property>
</Properties>
</file>